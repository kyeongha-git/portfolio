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11"/>
  </p:notesMasterIdLst>
  <p:sldIdLst>
    <p:sldId id="256" r:id="rId2"/>
    <p:sldId id="266" r:id="rId3"/>
    <p:sldId id="257" r:id="rId4"/>
    <p:sldId id="264" r:id="rId5"/>
    <p:sldId id="265" r:id="rId6"/>
    <p:sldId id="259" r:id="rId7"/>
    <p:sldId id="260" r:id="rId8"/>
    <p:sldId id="263" r:id="rId9"/>
    <p:sldId id="262" r:id="rId10"/>
  </p:sldIdLst>
  <p:sldSz cx="25199975" cy="107997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522D23B-2246-44DA-9FD6-73BB8720D876}" v="24" dt="2026-03-02T11:53:43.57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591" autoAdjust="0"/>
    <p:restoredTop sz="94660"/>
  </p:normalViewPr>
  <p:slideViewPr>
    <p:cSldViewPr snapToGrid="0">
      <p:cViewPr varScale="1">
        <p:scale>
          <a:sx n="42" d="100"/>
          <a:sy n="42" d="100"/>
        </p:scale>
        <p:origin x="62" y="31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황경하" userId="89f64ca3-534b-430b-acdd-e699c6ed959a" providerId="ADAL" clId="{2876A8CB-C35D-455B-A256-AB2AE2D4B55A}"/>
    <pc:docChg chg="undo custSel addSld delSld modSld modMainMaster modNotesMaster">
      <pc:chgData name="황경하" userId="89f64ca3-534b-430b-acdd-e699c6ed959a" providerId="ADAL" clId="{2876A8CB-C35D-455B-A256-AB2AE2D4B55A}" dt="2026-03-02T11:56:06.500" v="387" actId="47"/>
      <pc:docMkLst>
        <pc:docMk/>
      </pc:docMkLst>
      <pc:sldChg chg="addSp delSp modSp mod modNotes">
        <pc:chgData name="황경하" userId="89f64ca3-534b-430b-acdd-e699c6ed959a" providerId="ADAL" clId="{2876A8CB-C35D-455B-A256-AB2AE2D4B55A}" dt="2026-03-02T11:26:30.888" v="296" actId="1035"/>
        <pc:sldMkLst>
          <pc:docMk/>
          <pc:sldMk cId="4090786216" sldId="256"/>
        </pc:sldMkLst>
        <pc:spChg chg="add del mod">
          <ac:chgData name="황경하" userId="89f64ca3-534b-430b-acdd-e699c6ed959a" providerId="ADAL" clId="{2876A8CB-C35D-455B-A256-AB2AE2D4B55A}" dt="2026-03-02T11:06:51.528" v="228" actId="478"/>
          <ac:spMkLst>
            <pc:docMk/>
            <pc:sldMk cId="4090786216" sldId="256"/>
            <ac:spMk id="3" creationId="{D52765C3-99DA-824D-6CDA-48D8529AF09A}"/>
          </ac:spMkLst>
        </pc:spChg>
        <pc:spChg chg="mod">
          <ac:chgData name="황경하" userId="89f64ca3-534b-430b-acdd-e699c6ed959a" providerId="ADAL" clId="{2876A8CB-C35D-455B-A256-AB2AE2D4B55A}" dt="2026-03-02T11:04:23.109" v="147"/>
          <ac:spMkLst>
            <pc:docMk/>
            <pc:sldMk cId="4090786216" sldId="256"/>
            <ac:spMk id="6" creationId="{2CAC1791-E627-DFEF-3C27-FD550CD70873}"/>
          </ac:spMkLst>
        </pc:spChg>
        <pc:spChg chg="add del mod">
          <ac:chgData name="황경하" userId="89f64ca3-534b-430b-acdd-e699c6ed959a" providerId="ADAL" clId="{2876A8CB-C35D-455B-A256-AB2AE2D4B55A}" dt="2026-03-02T11:06:51.528" v="228" actId="478"/>
          <ac:spMkLst>
            <pc:docMk/>
            <pc:sldMk cId="4090786216" sldId="256"/>
            <ac:spMk id="9" creationId="{8F009C86-2EA7-B8B4-97D9-29A1CDB253FD}"/>
          </ac:spMkLst>
        </pc:spChg>
        <pc:spChg chg="add del mod">
          <ac:chgData name="황경하" userId="89f64ca3-534b-430b-acdd-e699c6ed959a" providerId="ADAL" clId="{2876A8CB-C35D-455B-A256-AB2AE2D4B55A}" dt="2026-03-02T11:06:51.528" v="228" actId="478"/>
          <ac:spMkLst>
            <pc:docMk/>
            <pc:sldMk cId="4090786216" sldId="256"/>
            <ac:spMk id="10" creationId="{75870755-6119-0F0F-7A3C-3ED75DCC71C2}"/>
          </ac:spMkLst>
        </pc:spChg>
        <pc:spChg chg="add del mod">
          <ac:chgData name="황경하" userId="89f64ca3-534b-430b-acdd-e699c6ed959a" providerId="ADAL" clId="{2876A8CB-C35D-455B-A256-AB2AE2D4B55A}" dt="2026-03-02T11:06:51.528" v="228" actId="478"/>
          <ac:spMkLst>
            <pc:docMk/>
            <pc:sldMk cId="4090786216" sldId="256"/>
            <ac:spMk id="11" creationId="{7C0B95EC-5C8A-BB18-3DA3-FAE01B8862DD}"/>
          </ac:spMkLst>
        </pc:spChg>
        <pc:spChg chg="add del mod">
          <ac:chgData name="황경하" userId="89f64ca3-534b-430b-acdd-e699c6ed959a" providerId="ADAL" clId="{2876A8CB-C35D-455B-A256-AB2AE2D4B55A}" dt="2026-03-02T11:06:51.528" v="228" actId="478"/>
          <ac:spMkLst>
            <pc:docMk/>
            <pc:sldMk cId="4090786216" sldId="256"/>
            <ac:spMk id="12" creationId="{4CA0A881-53A3-024B-4645-54F66934B9D2}"/>
          </ac:spMkLst>
        </pc:spChg>
        <pc:grpChg chg="del mod">
          <ac:chgData name="황경하" userId="89f64ca3-534b-430b-acdd-e699c6ed959a" providerId="ADAL" clId="{2876A8CB-C35D-455B-A256-AB2AE2D4B55A}" dt="2026-03-02T11:06:51.528" v="228" actId="478"/>
          <ac:grpSpMkLst>
            <pc:docMk/>
            <pc:sldMk cId="4090786216" sldId="256"/>
            <ac:grpSpMk id="4" creationId="{9E283170-CDB5-25CB-8270-AFC361AE1221}"/>
          </ac:grpSpMkLst>
        </pc:grpChg>
        <pc:grpChg chg="add del mod">
          <ac:chgData name="황경하" userId="89f64ca3-534b-430b-acdd-e699c6ed959a" providerId="ADAL" clId="{2876A8CB-C35D-455B-A256-AB2AE2D4B55A}" dt="2026-03-02T11:05:46.338" v="201" actId="165"/>
          <ac:grpSpMkLst>
            <pc:docMk/>
            <pc:sldMk cId="4090786216" sldId="256"/>
            <ac:grpSpMk id="13" creationId="{C23A2929-E922-5E41-D17E-8DF935B8EB5F}"/>
          </ac:grpSpMkLst>
        </pc:grpChg>
        <pc:picChg chg="add del mod">
          <ac:chgData name="황경하" userId="89f64ca3-534b-430b-acdd-e699c6ed959a" providerId="ADAL" clId="{2876A8CB-C35D-455B-A256-AB2AE2D4B55A}" dt="2026-03-02T11:06:51.528" v="228" actId="478"/>
          <ac:picMkLst>
            <pc:docMk/>
            <pc:sldMk cId="4090786216" sldId="256"/>
            <ac:picMk id="2" creationId="{ABFB763F-DB64-A013-B2CC-F124B7887240}"/>
          </ac:picMkLst>
        </pc:picChg>
        <pc:picChg chg="mod">
          <ac:chgData name="황경하" userId="89f64ca3-534b-430b-acdd-e699c6ed959a" providerId="ADAL" clId="{2876A8CB-C35D-455B-A256-AB2AE2D4B55A}" dt="2026-03-02T11:04:23.109" v="147"/>
          <ac:picMkLst>
            <pc:docMk/>
            <pc:sldMk cId="4090786216" sldId="256"/>
            <ac:picMk id="5" creationId="{15FD03EC-7747-81BB-2048-6AA0781F9A24}"/>
          </ac:picMkLst>
        </pc:picChg>
        <pc:picChg chg="add del mod">
          <ac:chgData name="황경하" userId="89f64ca3-534b-430b-acdd-e699c6ed959a" providerId="ADAL" clId="{2876A8CB-C35D-455B-A256-AB2AE2D4B55A}" dt="2026-03-02T11:06:51.528" v="228" actId="478"/>
          <ac:picMkLst>
            <pc:docMk/>
            <pc:sldMk cId="4090786216" sldId="256"/>
            <ac:picMk id="7" creationId="{B265A40F-122C-A41C-E6CD-F632F80EB263}"/>
          </ac:picMkLst>
        </pc:picChg>
        <pc:picChg chg="add del mod">
          <ac:chgData name="황경하" userId="89f64ca3-534b-430b-acdd-e699c6ed959a" providerId="ADAL" clId="{2876A8CB-C35D-455B-A256-AB2AE2D4B55A}" dt="2026-03-02T11:06:51.528" v="228" actId="478"/>
          <ac:picMkLst>
            <pc:docMk/>
            <pc:sldMk cId="4090786216" sldId="256"/>
            <ac:picMk id="8" creationId="{F933FBCB-2BF5-BDA4-B390-7FED656CEE1A}"/>
          </ac:picMkLst>
        </pc:picChg>
        <pc:picChg chg="mod topLvl">
          <ac:chgData name="황경하" userId="89f64ca3-534b-430b-acdd-e699c6ed959a" providerId="ADAL" clId="{2876A8CB-C35D-455B-A256-AB2AE2D4B55A}" dt="2026-03-02T11:26:30.888" v="296" actId="1035"/>
          <ac:picMkLst>
            <pc:docMk/>
            <pc:sldMk cId="4090786216" sldId="256"/>
            <ac:picMk id="21" creationId="{C5C3DF90-7AD7-788C-BF24-6F6610B6665D}"/>
          </ac:picMkLst>
        </pc:picChg>
        <pc:picChg chg="del mod">
          <ac:chgData name="황경하" userId="89f64ca3-534b-430b-acdd-e699c6ed959a" providerId="ADAL" clId="{2876A8CB-C35D-455B-A256-AB2AE2D4B55A}" dt="2026-03-02T11:04:32.861" v="151" actId="478"/>
          <ac:picMkLst>
            <pc:docMk/>
            <pc:sldMk cId="4090786216" sldId="256"/>
            <ac:picMk id="22" creationId="{3F0D542C-26E1-4DD2-3435-2089842F56FA}"/>
          </ac:picMkLst>
        </pc:picChg>
        <pc:picChg chg="add del mod topLvl">
          <ac:chgData name="황경하" userId="89f64ca3-534b-430b-acdd-e699c6ed959a" providerId="ADAL" clId="{2876A8CB-C35D-455B-A256-AB2AE2D4B55A}" dt="2026-03-02T11:26:30.888" v="296" actId="1035"/>
          <ac:picMkLst>
            <pc:docMk/>
            <pc:sldMk cId="4090786216" sldId="256"/>
            <ac:picMk id="23" creationId="{0DA76929-4D92-B3D9-B441-228B7317936E}"/>
          </ac:picMkLst>
        </pc:picChg>
        <pc:picChg chg="del">
          <ac:chgData name="황경하" userId="89f64ca3-534b-430b-acdd-e699c6ed959a" providerId="ADAL" clId="{2876A8CB-C35D-455B-A256-AB2AE2D4B55A}" dt="2026-03-02T10:56:06.050" v="0" actId="478"/>
          <ac:picMkLst>
            <pc:docMk/>
            <pc:sldMk cId="4090786216" sldId="256"/>
            <ac:picMk id="24" creationId="{FA3FD6CE-1432-A59E-26D8-F8C84332BF9A}"/>
          </ac:picMkLst>
        </pc:picChg>
        <pc:picChg chg="del">
          <ac:chgData name="황경하" userId="89f64ca3-534b-430b-acdd-e699c6ed959a" providerId="ADAL" clId="{2876A8CB-C35D-455B-A256-AB2AE2D4B55A}" dt="2026-03-02T10:56:06.050" v="0" actId="478"/>
          <ac:picMkLst>
            <pc:docMk/>
            <pc:sldMk cId="4090786216" sldId="256"/>
            <ac:picMk id="25" creationId="{8C4BED2F-F70E-8F37-94FC-A6958CEEE869}"/>
          </ac:picMkLst>
        </pc:picChg>
        <pc:picChg chg="del">
          <ac:chgData name="황경하" userId="89f64ca3-534b-430b-acdd-e699c6ed959a" providerId="ADAL" clId="{2876A8CB-C35D-455B-A256-AB2AE2D4B55A}" dt="2026-03-02T10:56:06.050" v="0" actId="478"/>
          <ac:picMkLst>
            <pc:docMk/>
            <pc:sldMk cId="4090786216" sldId="256"/>
            <ac:picMk id="26" creationId="{F3C66147-5B13-F3E4-4EA9-23F29415C11C}"/>
          </ac:picMkLst>
        </pc:picChg>
        <pc:picChg chg="del">
          <ac:chgData name="황경하" userId="89f64ca3-534b-430b-acdd-e699c6ed959a" providerId="ADAL" clId="{2876A8CB-C35D-455B-A256-AB2AE2D4B55A}" dt="2026-03-02T10:56:06.050" v="0" actId="478"/>
          <ac:picMkLst>
            <pc:docMk/>
            <pc:sldMk cId="4090786216" sldId="256"/>
            <ac:picMk id="27" creationId="{9B3A4FA8-496B-E1B0-F5E0-121AC685039C}"/>
          </ac:picMkLst>
        </pc:picChg>
        <pc:picChg chg="del">
          <ac:chgData name="황경하" userId="89f64ca3-534b-430b-acdd-e699c6ed959a" providerId="ADAL" clId="{2876A8CB-C35D-455B-A256-AB2AE2D4B55A}" dt="2026-03-02T10:56:06.050" v="0" actId="478"/>
          <ac:picMkLst>
            <pc:docMk/>
            <pc:sldMk cId="4090786216" sldId="256"/>
            <ac:picMk id="28" creationId="{DAC3BC97-6381-818F-8AB0-99E1BFBD7855}"/>
          </ac:picMkLst>
        </pc:picChg>
        <pc:picChg chg="mod topLvl">
          <ac:chgData name="황경하" userId="89f64ca3-534b-430b-acdd-e699c6ed959a" providerId="ADAL" clId="{2876A8CB-C35D-455B-A256-AB2AE2D4B55A}" dt="2026-03-02T11:26:08.441" v="276" actId="14100"/>
          <ac:picMkLst>
            <pc:docMk/>
            <pc:sldMk cId="4090786216" sldId="256"/>
            <ac:picMk id="29" creationId="{1DA72604-8408-00CB-2275-68810AF6B4E0}"/>
          </ac:picMkLst>
        </pc:picChg>
        <pc:picChg chg="del mod">
          <ac:chgData name="황경하" userId="89f64ca3-534b-430b-acdd-e699c6ed959a" providerId="ADAL" clId="{2876A8CB-C35D-455B-A256-AB2AE2D4B55A}" dt="2026-03-02T11:04:32.861" v="151" actId="478"/>
          <ac:picMkLst>
            <pc:docMk/>
            <pc:sldMk cId="4090786216" sldId="256"/>
            <ac:picMk id="30" creationId="{CAAEFC2B-13EF-632D-DA7F-BD781FECFA5A}"/>
          </ac:picMkLst>
        </pc:picChg>
        <pc:picChg chg="add del mod topLvl">
          <ac:chgData name="황경하" userId="89f64ca3-534b-430b-acdd-e699c6ed959a" providerId="ADAL" clId="{2876A8CB-C35D-455B-A256-AB2AE2D4B55A}" dt="2026-03-02T11:26:08.441" v="276" actId="14100"/>
          <ac:picMkLst>
            <pc:docMk/>
            <pc:sldMk cId="4090786216" sldId="256"/>
            <ac:picMk id="31" creationId="{9586A509-D6D7-6306-3C07-23FB715F96C5}"/>
          </ac:picMkLst>
        </pc:picChg>
        <pc:picChg chg="del">
          <ac:chgData name="황경하" userId="89f64ca3-534b-430b-acdd-e699c6ed959a" providerId="ADAL" clId="{2876A8CB-C35D-455B-A256-AB2AE2D4B55A}" dt="2026-03-02T10:56:06.050" v="0" actId="478"/>
          <ac:picMkLst>
            <pc:docMk/>
            <pc:sldMk cId="4090786216" sldId="256"/>
            <ac:picMk id="32" creationId="{CBED1F28-24FD-6266-8103-05DD68B4BE11}"/>
          </ac:picMkLst>
        </pc:picChg>
        <pc:picChg chg="del">
          <ac:chgData name="황경하" userId="89f64ca3-534b-430b-acdd-e699c6ed959a" providerId="ADAL" clId="{2876A8CB-C35D-455B-A256-AB2AE2D4B55A}" dt="2026-03-02T10:56:06.050" v="0" actId="478"/>
          <ac:picMkLst>
            <pc:docMk/>
            <pc:sldMk cId="4090786216" sldId="256"/>
            <ac:picMk id="33" creationId="{BB1723ED-0B0D-FF75-FC86-2DB27B152A75}"/>
          </ac:picMkLst>
        </pc:picChg>
        <pc:picChg chg="del">
          <ac:chgData name="황경하" userId="89f64ca3-534b-430b-acdd-e699c6ed959a" providerId="ADAL" clId="{2876A8CB-C35D-455B-A256-AB2AE2D4B55A}" dt="2026-03-02T10:56:06.050" v="0" actId="478"/>
          <ac:picMkLst>
            <pc:docMk/>
            <pc:sldMk cId="4090786216" sldId="256"/>
            <ac:picMk id="34" creationId="{89891584-791D-DD68-25D8-2A607BD703D5}"/>
          </ac:picMkLst>
        </pc:picChg>
        <pc:picChg chg="del">
          <ac:chgData name="황경하" userId="89f64ca3-534b-430b-acdd-e699c6ed959a" providerId="ADAL" clId="{2876A8CB-C35D-455B-A256-AB2AE2D4B55A}" dt="2026-03-02T10:56:06.050" v="0" actId="478"/>
          <ac:picMkLst>
            <pc:docMk/>
            <pc:sldMk cId="4090786216" sldId="256"/>
            <ac:picMk id="35" creationId="{9F95E211-6D4A-5574-31C7-62ED8E93D97A}"/>
          </ac:picMkLst>
        </pc:picChg>
        <pc:picChg chg="del">
          <ac:chgData name="황경하" userId="89f64ca3-534b-430b-acdd-e699c6ed959a" providerId="ADAL" clId="{2876A8CB-C35D-455B-A256-AB2AE2D4B55A}" dt="2026-03-02T10:56:06.050" v="0" actId="478"/>
          <ac:picMkLst>
            <pc:docMk/>
            <pc:sldMk cId="4090786216" sldId="256"/>
            <ac:picMk id="36" creationId="{805308CA-1EC9-04E6-F4B5-C283BBB14CAD}"/>
          </ac:picMkLst>
        </pc:picChg>
      </pc:sldChg>
      <pc:sldChg chg="delSp modSp mod modNotes">
        <pc:chgData name="황경하" userId="89f64ca3-534b-430b-acdd-e699c6ed959a" providerId="ADAL" clId="{2876A8CB-C35D-455B-A256-AB2AE2D4B55A}" dt="2026-03-02T10:59:53.410" v="99" actId="1035"/>
        <pc:sldMkLst>
          <pc:docMk/>
          <pc:sldMk cId="1122876932" sldId="257"/>
        </pc:sldMkLst>
        <pc:spChg chg="del">
          <ac:chgData name="황경하" userId="89f64ca3-534b-430b-acdd-e699c6ed959a" providerId="ADAL" clId="{2876A8CB-C35D-455B-A256-AB2AE2D4B55A}" dt="2026-03-02T10:59:23.992" v="65" actId="478"/>
          <ac:spMkLst>
            <pc:docMk/>
            <pc:sldMk cId="1122876932" sldId="257"/>
            <ac:spMk id="2" creationId="{B927D361-A1E5-62E8-6D23-D64B480B4EA5}"/>
          </ac:spMkLst>
        </pc:spChg>
        <pc:spChg chg="mod">
          <ac:chgData name="황경하" userId="89f64ca3-534b-430b-acdd-e699c6ed959a" providerId="ADAL" clId="{2876A8CB-C35D-455B-A256-AB2AE2D4B55A}" dt="2026-03-02T10:59:43.432" v="90" actId="1035"/>
          <ac:spMkLst>
            <pc:docMk/>
            <pc:sldMk cId="1122876932" sldId="257"/>
            <ac:spMk id="3" creationId="{622AB56D-92EF-9A4C-246A-B89D6C03CDEE}"/>
          </ac:spMkLst>
        </pc:spChg>
        <pc:spChg chg="mod">
          <ac:chgData name="황경하" userId="89f64ca3-534b-430b-acdd-e699c6ed959a" providerId="ADAL" clId="{2876A8CB-C35D-455B-A256-AB2AE2D4B55A}" dt="2026-03-02T10:56:35.957" v="2"/>
          <ac:spMkLst>
            <pc:docMk/>
            <pc:sldMk cId="1122876932" sldId="257"/>
            <ac:spMk id="5" creationId="{58787EB7-8F32-5595-5348-E6AE328F2B99}"/>
          </ac:spMkLst>
        </pc:spChg>
        <pc:spChg chg="mod">
          <ac:chgData name="황경하" userId="89f64ca3-534b-430b-acdd-e699c6ed959a" providerId="ADAL" clId="{2876A8CB-C35D-455B-A256-AB2AE2D4B55A}" dt="2026-03-02T10:59:28.890" v="66" actId="1076"/>
          <ac:spMkLst>
            <pc:docMk/>
            <pc:sldMk cId="1122876932" sldId="257"/>
            <ac:spMk id="9" creationId="{A431758F-4410-E9C8-D983-F1EFFB9B635F}"/>
          </ac:spMkLst>
        </pc:spChg>
        <pc:spChg chg="mod">
          <ac:chgData name="황경하" userId="89f64ca3-534b-430b-acdd-e699c6ed959a" providerId="ADAL" clId="{2876A8CB-C35D-455B-A256-AB2AE2D4B55A}" dt="2026-03-02T10:59:28.890" v="66" actId="1076"/>
          <ac:spMkLst>
            <pc:docMk/>
            <pc:sldMk cId="1122876932" sldId="257"/>
            <ac:spMk id="12" creationId="{93E02D89-CF2A-7BA3-3DF6-F4193012BA5D}"/>
          </ac:spMkLst>
        </pc:spChg>
        <pc:spChg chg="mod">
          <ac:chgData name="황경하" userId="89f64ca3-534b-430b-acdd-e699c6ed959a" providerId="ADAL" clId="{2876A8CB-C35D-455B-A256-AB2AE2D4B55A}" dt="2026-03-02T10:59:28.890" v="66" actId="1076"/>
          <ac:spMkLst>
            <pc:docMk/>
            <pc:sldMk cId="1122876932" sldId="257"/>
            <ac:spMk id="13" creationId="{ECB468CE-6230-6C2C-91B0-E6D2DCE67EBA}"/>
          </ac:spMkLst>
        </pc:spChg>
        <pc:spChg chg="mod">
          <ac:chgData name="황경하" userId="89f64ca3-534b-430b-acdd-e699c6ed959a" providerId="ADAL" clId="{2876A8CB-C35D-455B-A256-AB2AE2D4B55A}" dt="2026-03-02T10:56:58.002" v="8" actId="1036"/>
          <ac:spMkLst>
            <pc:docMk/>
            <pc:sldMk cId="1122876932" sldId="257"/>
            <ac:spMk id="14" creationId="{7F6364C1-1938-2232-CF60-0DCB549AAE85}"/>
          </ac:spMkLst>
        </pc:spChg>
        <pc:spChg chg="mod">
          <ac:chgData name="황경하" userId="89f64ca3-534b-430b-acdd-e699c6ed959a" providerId="ADAL" clId="{2876A8CB-C35D-455B-A256-AB2AE2D4B55A}" dt="2026-03-02T10:56:58.002" v="8" actId="1036"/>
          <ac:spMkLst>
            <pc:docMk/>
            <pc:sldMk cId="1122876932" sldId="257"/>
            <ac:spMk id="15" creationId="{9B175AB3-1B46-F10E-0AA1-0BD2BE6DC47A}"/>
          </ac:spMkLst>
        </pc:spChg>
        <pc:spChg chg="mod">
          <ac:chgData name="황경하" userId="89f64ca3-534b-430b-acdd-e699c6ed959a" providerId="ADAL" clId="{2876A8CB-C35D-455B-A256-AB2AE2D4B55A}" dt="2026-03-02T10:56:58.002" v="8" actId="1036"/>
          <ac:spMkLst>
            <pc:docMk/>
            <pc:sldMk cId="1122876932" sldId="257"/>
            <ac:spMk id="16" creationId="{BDD40997-9C5C-5DA6-AC6C-EA13A006D2A5}"/>
          </ac:spMkLst>
        </pc:spChg>
        <pc:spChg chg="mod">
          <ac:chgData name="황경하" userId="89f64ca3-534b-430b-acdd-e699c6ed959a" providerId="ADAL" clId="{2876A8CB-C35D-455B-A256-AB2AE2D4B55A}" dt="2026-03-02T10:56:58.002" v="8" actId="1036"/>
          <ac:spMkLst>
            <pc:docMk/>
            <pc:sldMk cId="1122876932" sldId="257"/>
            <ac:spMk id="17" creationId="{CC12EA12-060A-2D64-615D-604BD9E30EDE}"/>
          </ac:spMkLst>
        </pc:spChg>
        <pc:spChg chg="mod">
          <ac:chgData name="황경하" userId="89f64ca3-534b-430b-acdd-e699c6ed959a" providerId="ADAL" clId="{2876A8CB-C35D-455B-A256-AB2AE2D4B55A}" dt="2026-03-02T10:57:34.516" v="44" actId="1037"/>
          <ac:spMkLst>
            <pc:docMk/>
            <pc:sldMk cId="1122876932" sldId="257"/>
            <ac:spMk id="26" creationId="{9BEAC197-86D9-3E8B-A00B-EA2B91F761FD}"/>
          </ac:spMkLst>
        </pc:spChg>
        <pc:spChg chg="mod">
          <ac:chgData name="황경하" userId="89f64ca3-534b-430b-acdd-e699c6ed959a" providerId="ADAL" clId="{2876A8CB-C35D-455B-A256-AB2AE2D4B55A}" dt="2026-03-02T10:56:35.957" v="2"/>
          <ac:spMkLst>
            <pc:docMk/>
            <pc:sldMk cId="1122876932" sldId="257"/>
            <ac:spMk id="28" creationId="{A88E62F9-13F6-B260-E531-6FEB5CFA26C9}"/>
          </ac:spMkLst>
        </pc:spChg>
        <pc:spChg chg="mod">
          <ac:chgData name="황경하" userId="89f64ca3-534b-430b-acdd-e699c6ed959a" providerId="ADAL" clId="{2876A8CB-C35D-455B-A256-AB2AE2D4B55A}" dt="2026-03-02T10:59:28.890" v="66" actId="1076"/>
          <ac:spMkLst>
            <pc:docMk/>
            <pc:sldMk cId="1122876932" sldId="257"/>
            <ac:spMk id="29" creationId="{0B0BEC1A-6C41-C9A1-2C8D-45E1431B3970}"/>
          </ac:spMkLst>
        </pc:spChg>
        <pc:spChg chg="mod">
          <ac:chgData name="황경하" userId="89f64ca3-534b-430b-acdd-e699c6ed959a" providerId="ADAL" clId="{2876A8CB-C35D-455B-A256-AB2AE2D4B55A}" dt="2026-03-02T10:56:35.957" v="2"/>
          <ac:spMkLst>
            <pc:docMk/>
            <pc:sldMk cId="1122876932" sldId="257"/>
            <ac:spMk id="32" creationId="{57B13F7F-9161-F2AE-E71F-25049416265B}"/>
          </ac:spMkLst>
        </pc:spChg>
        <pc:spChg chg="mod">
          <ac:chgData name="황경하" userId="89f64ca3-534b-430b-acdd-e699c6ed959a" providerId="ADAL" clId="{2876A8CB-C35D-455B-A256-AB2AE2D4B55A}" dt="2026-03-02T10:56:35.957" v="2"/>
          <ac:spMkLst>
            <pc:docMk/>
            <pc:sldMk cId="1122876932" sldId="257"/>
            <ac:spMk id="34" creationId="{3E3E0D0A-BC7C-8241-0C4E-FD380147D41D}"/>
          </ac:spMkLst>
        </pc:spChg>
        <pc:spChg chg="mod">
          <ac:chgData name="황경하" userId="89f64ca3-534b-430b-acdd-e699c6ed959a" providerId="ADAL" clId="{2876A8CB-C35D-455B-A256-AB2AE2D4B55A}" dt="2026-03-02T10:56:35.957" v="2"/>
          <ac:spMkLst>
            <pc:docMk/>
            <pc:sldMk cId="1122876932" sldId="257"/>
            <ac:spMk id="42" creationId="{3BDB54CD-DFDA-F466-BF6E-3CB07BA00184}"/>
          </ac:spMkLst>
        </pc:spChg>
        <pc:spChg chg="mod">
          <ac:chgData name="황경하" userId="89f64ca3-534b-430b-acdd-e699c6ed959a" providerId="ADAL" clId="{2876A8CB-C35D-455B-A256-AB2AE2D4B55A}" dt="2026-03-02T10:59:28.890" v="66" actId="1076"/>
          <ac:spMkLst>
            <pc:docMk/>
            <pc:sldMk cId="1122876932" sldId="257"/>
            <ac:spMk id="44" creationId="{4C07D5D1-57E9-B0D2-5C4C-FC229ADEFD80}"/>
          </ac:spMkLst>
        </pc:spChg>
        <pc:spChg chg="mod">
          <ac:chgData name="황경하" userId="89f64ca3-534b-430b-acdd-e699c6ed959a" providerId="ADAL" clId="{2876A8CB-C35D-455B-A256-AB2AE2D4B55A}" dt="2026-03-02T10:59:28.890" v="66" actId="1076"/>
          <ac:spMkLst>
            <pc:docMk/>
            <pc:sldMk cId="1122876932" sldId="257"/>
            <ac:spMk id="48" creationId="{03D1AC1E-E945-E394-F2AA-863A8575127F}"/>
          </ac:spMkLst>
        </pc:spChg>
        <pc:spChg chg="mod">
          <ac:chgData name="황경하" userId="89f64ca3-534b-430b-acdd-e699c6ed959a" providerId="ADAL" clId="{2876A8CB-C35D-455B-A256-AB2AE2D4B55A}" dt="2026-03-02T10:59:28.890" v="66" actId="1076"/>
          <ac:spMkLst>
            <pc:docMk/>
            <pc:sldMk cId="1122876932" sldId="257"/>
            <ac:spMk id="51" creationId="{F02A270F-CB24-B311-9F52-98ACDBD1F582}"/>
          </ac:spMkLst>
        </pc:spChg>
        <pc:spChg chg="mod">
          <ac:chgData name="황경하" userId="89f64ca3-534b-430b-acdd-e699c6ed959a" providerId="ADAL" clId="{2876A8CB-C35D-455B-A256-AB2AE2D4B55A}" dt="2026-03-02T10:56:35.957" v="2"/>
          <ac:spMkLst>
            <pc:docMk/>
            <pc:sldMk cId="1122876932" sldId="257"/>
            <ac:spMk id="58" creationId="{415E602A-2DED-3B20-42CE-702F4EB592C8}"/>
          </ac:spMkLst>
        </pc:spChg>
        <pc:spChg chg="mod">
          <ac:chgData name="황경하" userId="89f64ca3-534b-430b-acdd-e699c6ed959a" providerId="ADAL" clId="{2876A8CB-C35D-455B-A256-AB2AE2D4B55A}" dt="2026-03-02T10:56:35.957" v="2"/>
          <ac:spMkLst>
            <pc:docMk/>
            <pc:sldMk cId="1122876932" sldId="257"/>
            <ac:spMk id="62" creationId="{6900A72A-B4F7-B545-6751-43013DDDC106}"/>
          </ac:spMkLst>
        </pc:spChg>
        <pc:spChg chg="mod">
          <ac:chgData name="황경하" userId="89f64ca3-534b-430b-acdd-e699c6ed959a" providerId="ADAL" clId="{2876A8CB-C35D-455B-A256-AB2AE2D4B55A}" dt="2026-03-02T10:59:28.890" v="66" actId="1076"/>
          <ac:spMkLst>
            <pc:docMk/>
            <pc:sldMk cId="1122876932" sldId="257"/>
            <ac:spMk id="74" creationId="{86D742F3-C7C9-9D19-675B-CB0CA1FE8FAB}"/>
          </ac:spMkLst>
        </pc:spChg>
        <pc:spChg chg="mod">
          <ac:chgData name="황경하" userId="89f64ca3-534b-430b-acdd-e699c6ed959a" providerId="ADAL" clId="{2876A8CB-C35D-455B-A256-AB2AE2D4B55A}" dt="2026-03-02T10:59:28.890" v="66" actId="1076"/>
          <ac:spMkLst>
            <pc:docMk/>
            <pc:sldMk cId="1122876932" sldId="257"/>
            <ac:spMk id="75" creationId="{87CC09A2-E061-7BDA-1B61-F6C776B966E1}"/>
          </ac:spMkLst>
        </pc:spChg>
        <pc:spChg chg="mod">
          <ac:chgData name="황경하" userId="89f64ca3-534b-430b-acdd-e699c6ed959a" providerId="ADAL" clId="{2876A8CB-C35D-455B-A256-AB2AE2D4B55A}" dt="2026-03-02T10:59:50.325" v="96" actId="1035"/>
          <ac:spMkLst>
            <pc:docMk/>
            <pc:sldMk cId="1122876932" sldId="257"/>
            <ac:spMk id="78" creationId="{10F88954-D24A-E0DF-496F-16A11C97A14D}"/>
          </ac:spMkLst>
        </pc:spChg>
        <pc:spChg chg="mod">
          <ac:chgData name="황경하" userId="89f64ca3-534b-430b-acdd-e699c6ed959a" providerId="ADAL" clId="{2876A8CB-C35D-455B-A256-AB2AE2D4B55A}" dt="2026-03-02T10:58:52.914" v="61" actId="1076"/>
          <ac:spMkLst>
            <pc:docMk/>
            <pc:sldMk cId="1122876932" sldId="257"/>
            <ac:spMk id="79" creationId="{C2BAF1E2-A07B-7F95-99AB-F3142F837DE5}"/>
          </ac:spMkLst>
        </pc:spChg>
        <pc:spChg chg="del">
          <ac:chgData name="황경하" userId="89f64ca3-534b-430b-acdd-e699c6ed959a" providerId="ADAL" clId="{2876A8CB-C35D-455B-A256-AB2AE2D4B55A}" dt="2026-03-02T10:58:58.078" v="63" actId="478"/>
          <ac:spMkLst>
            <pc:docMk/>
            <pc:sldMk cId="1122876932" sldId="257"/>
            <ac:spMk id="84" creationId="{DCE70C2B-E364-8F55-B59C-BE1203A18FFE}"/>
          </ac:spMkLst>
        </pc:spChg>
        <pc:spChg chg="del mod">
          <ac:chgData name="황경하" userId="89f64ca3-534b-430b-acdd-e699c6ed959a" providerId="ADAL" clId="{2876A8CB-C35D-455B-A256-AB2AE2D4B55A}" dt="2026-03-02T10:58:55.507" v="62" actId="478"/>
          <ac:spMkLst>
            <pc:docMk/>
            <pc:sldMk cId="1122876932" sldId="257"/>
            <ac:spMk id="86" creationId="{04C50329-00DE-6151-EED3-6FB81D4E7103}"/>
          </ac:spMkLst>
        </pc:spChg>
        <pc:spChg chg="mod">
          <ac:chgData name="황경하" userId="89f64ca3-534b-430b-acdd-e699c6ed959a" providerId="ADAL" clId="{2876A8CB-C35D-455B-A256-AB2AE2D4B55A}" dt="2026-03-02T10:57:51.514" v="45" actId="1076"/>
          <ac:spMkLst>
            <pc:docMk/>
            <pc:sldMk cId="1122876932" sldId="257"/>
            <ac:spMk id="87" creationId="{6EDBDD69-2CBD-3E06-DE23-EF51A19E03C9}"/>
          </ac:spMkLst>
        </pc:spChg>
        <pc:spChg chg="del mod">
          <ac:chgData name="황경하" userId="89f64ca3-534b-430b-acdd-e699c6ed959a" providerId="ADAL" clId="{2876A8CB-C35D-455B-A256-AB2AE2D4B55A}" dt="2026-03-02T10:58:55.507" v="62" actId="478"/>
          <ac:spMkLst>
            <pc:docMk/>
            <pc:sldMk cId="1122876932" sldId="257"/>
            <ac:spMk id="89" creationId="{CD0E8EB2-6A1E-64D2-2633-1621E729CABD}"/>
          </ac:spMkLst>
        </pc:spChg>
        <pc:spChg chg="del mod">
          <ac:chgData name="황경하" userId="89f64ca3-534b-430b-acdd-e699c6ed959a" providerId="ADAL" clId="{2876A8CB-C35D-455B-A256-AB2AE2D4B55A}" dt="2026-03-02T10:58:55.507" v="62" actId="478"/>
          <ac:spMkLst>
            <pc:docMk/>
            <pc:sldMk cId="1122876932" sldId="257"/>
            <ac:spMk id="90" creationId="{890D93C9-6BDA-01A1-9704-58982455C6BA}"/>
          </ac:spMkLst>
        </pc:spChg>
        <pc:spChg chg="mod">
          <ac:chgData name="황경하" userId="89f64ca3-534b-430b-acdd-e699c6ed959a" providerId="ADAL" clId="{2876A8CB-C35D-455B-A256-AB2AE2D4B55A}" dt="2026-03-02T10:57:51.514" v="45" actId="1076"/>
          <ac:spMkLst>
            <pc:docMk/>
            <pc:sldMk cId="1122876932" sldId="257"/>
            <ac:spMk id="91" creationId="{9AED16F3-A108-4CB6-B044-4122BE8DD3C3}"/>
          </ac:spMkLst>
        </pc:spChg>
        <pc:spChg chg="del mod">
          <ac:chgData name="황경하" userId="89f64ca3-534b-430b-acdd-e699c6ed959a" providerId="ADAL" clId="{2876A8CB-C35D-455B-A256-AB2AE2D4B55A}" dt="2026-03-02T10:58:55.507" v="62" actId="478"/>
          <ac:spMkLst>
            <pc:docMk/>
            <pc:sldMk cId="1122876932" sldId="257"/>
            <ac:spMk id="92" creationId="{4224B03B-3B08-7F0C-EABD-CBE558BB1E3B}"/>
          </ac:spMkLst>
        </pc:spChg>
        <pc:spChg chg="mod">
          <ac:chgData name="황경하" userId="89f64ca3-534b-430b-acdd-e699c6ed959a" providerId="ADAL" clId="{2876A8CB-C35D-455B-A256-AB2AE2D4B55A}" dt="2026-03-02T10:59:53.410" v="99" actId="1035"/>
          <ac:spMkLst>
            <pc:docMk/>
            <pc:sldMk cId="1122876932" sldId="257"/>
            <ac:spMk id="103" creationId="{D10A94B5-69D7-3974-33F5-6442FA4CC742}"/>
          </ac:spMkLst>
        </pc:spChg>
        <pc:spChg chg="mod">
          <ac:chgData name="황경하" userId="89f64ca3-534b-430b-acdd-e699c6ed959a" providerId="ADAL" clId="{2876A8CB-C35D-455B-A256-AB2AE2D4B55A}" dt="2026-03-02T10:59:46.790" v="93" actId="1035"/>
          <ac:spMkLst>
            <pc:docMk/>
            <pc:sldMk cId="1122876932" sldId="257"/>
            <ac:spMk id="107" creationId="{8D99292E-079C-68B7-7490-5F641DF9B63C}"/>
          </ac:spMkLst>
        </pc:spChg>
        <pc:spChg chg="del mod">
          <ac:chgData name="황경하" userId="89f64ca3-534b-430b-acdd-e699c6ed959a" providerId="ADAL" clId="{2876A8CB-C35D-455B-A256-AB2AE2D4B55A}" dt="2026-03-02T10:58:55.507" v="62" actId="478"/>
          <ac:spMkLst>
            <pc:docMk/>
            <pc:sldMk cId="1122876932" sldId="257"/>
            <ac:spMk id="108" creationId="{B9A76CC5-7BCC-D7E3-07D2-884801371193}"/>
          </ac:spMkLst>
        </pc:spChg>
        <pc:spChg chg="del mod">
          <ac:chgData name="황경하" userId="89f64ca3-534b-430b-acdd-e699c6ed959a" providerId="ADAL" clId="{2876A8CB-C35D-455B-A256-AB2AE2D4B55A}" dt="2026-03-02T10:58:55.507" v="62" actId="478"/>
          <ac:spMkLst>
            <pc:docMk/>
            <pc:sldMk cId="1122876932" sldId="257"/>
            <ac:spMk id="109" creationId="{E95DF0C6-443E-46A8-1DC6-E42B56E10D77}"/>
          </ac:spMkLst>
        </pc:spChg>
        <pc:spChg chg="mod">
          <ac:chgData name="황경하" userId="89f64ca3-534b-430b-acdd-e699c6ed959a" providerId="ADAL" clId="{2876A8CB-C35D-455B-A256-AB2AE2D4B55A}" dt="2026-03-02T10:56:35.957" v="2"/>
          <ac:spMkLst>
            <pc:docMk/>
            <pc:sldMk cId="1122876932" sldId="257"/>
            <ac:spMk id="112" creationId="{D6EA56E1-5BBC-BC4E-F50C-9A960DAE5D73}"/>
          </ac:spMkLst>
        </pc:spChg>
        <pc:spChg chg="del">
          <ac:chgData name="황경하" userId="89f64ca3-534b-430b-acdd-e699c6ed959a" providerId="ADAL" clId="{2876A8CB-C35D-455B-A256-AB2AE2D4B55A}" dt="2026-03-02T10:58:55.507" v="62" actId="478"/>
          <ac:spMkLst>
            <pc:docMk/>
            <pc:sldMk cId="1122876932" sldId="257"/>
            <ac:spMk id="113" creationId="{A5C80941-17BF-5700-3A6F-D0C9F4188555}"/>
          </ac:spMkLst>
        </pc:spChg>
        <pc:spChg chg="del mod">
          <ac:chgData name="황경하" userId="89f64ca3-534b-430b-acdd-e699c6ed959a" providerId="ADAL" clId="{2876A8CB-C35D-455B-A256-AB2AE2D4B55A}" dt="2026-03-02T10:58:55.507" v="62" actId="478"/>
          <ac:spMkLst>
            <pc:docMk/>
            <pc:sldMk cId="1122876932" sldId="257"/>
            <ac:spMk id="114" creationId="{42FBFB37-0F4A-8298-9DC2-3FC57E1DD9C8}"/>
          </ac:spMkLst>
        </pc:spChg>
        <pc:spChg chg="del mod">
          <ac:chgData name="황경하" userId="89f64ca3-534b-430b-acdd-e699c6ed959a" providerId="ADAL" clId="{2876A8CB-C35D-455B-A256-AB2AE2D4B55A}" dt="2026-03-02T10:58:55.507" v="62" actId="478"/>
          <ac:spMkLst>
            <pc:docMk/>
            <pc:sldMk cId="1122876932" sldId="257"/>
            <ac:spMk id="115" creationId="{7F0D6DC3-AE4D-CA73-001C-2638E5A71C53}"/>
          </ac:spMkLst>
        </pc:spChg>
        <pc:spChg chg="del mod">
          <ac:chgData name="황경하" userId="89f64ca3-534b-430b-acdd-e699c6ed959a" providerId="ADAL" clId="{2876A8CB-C35D-455B-A256-AB2AE2D4B55A}" dt="2026-03-02T10:58:55.507" v="62" actId="478"/>
          <ac:spMkLst>
            <pc:docMk/>
            <pc:sldMk cId="1122876932" sldId="257"/>
            <ac:spMk id="116" creationId="{EF8C73AE-232D-A67A-211D-B1A772EC4DD7}"/>
          </ac:spMkLst>
        </pc:spChg>
        <pc:grpChg chg="mod">
          <ac:chgData name="황경하" userId="89f64ca3-534b-430b-acdd-e699c6ed959a" providerId="ADAL" clId="{2876A8CB-C35D-455B-A256-AB2AE2D4B55A}" dt="2026-03-02T10:58:03.219" v="48" actId="1076"/>
          <ac:grpSpMkLst>
            <pc:docMk/>
            <pc:sldMk cId="1122876932" sldId="257"/>
            <ac:grpSpMk id="94" creationId="{F99688AC-538A-6D66-8E08-902321C9033B}"/>
          </ac:grpSpMkLst>
        </pc:grpChg>
        <pc:grpChg chg="mod">
          <ac:chgData name="황경하" userId="89f64ca3-534b-430b-acdd-e699c6ed959a" providerId="ADAL" clId="{2876A8CB-C35D-455B-A256-AB2AE2D4B55A}" dt="2026-03-02T10:58:38.347" v="57" actId="1076"/>
          <ac:grpSpMkLst>
            <pc:docMk/>
            <pc:sldMk cId="1122876932" sldId="257"/>
            <ac:grpSpMk id="97" creationId="{4936402B-A8B2-B0BA-19D1-F2583248CACE}"/>
          </ac:grpSpMkLst>
        </pc:grpChg>
        <pc:grpChg chg="del mod">
          <ac:chgData name="황경하" userId="89f64ca3-534b-430b-acdd-e699c6ed959a" providerId="ADAL" clId="{2876A8CB-C35D-455B-A256-AB2AE2D4B55A}" dt="2026-03-02T10:58:46.519" v="60" actId="478"/>
          <ac:grpSpMkLst>
            <pc:docMk/>
            <pc:sldMk cId="1122876932" sldId="257"/>
            <ac:grpSpMk id="110" creationId="{114B2D17-EDD0-2502-AF7C-6C4CA1496F0B}"/>
          </ac:grpSpMkLst>
        </pc:grpChg>
        <pc:cxnChg chg="mod">
          <ac:chgData name="황경하" userId="89f64ca3-534b-430b-acdd-e699c6ed959a" providerId="ADAL" clId="{2876A8CB-C35D-455B-A256-AB2AE2D4B55A}" dt="2026-03-02T10:56:58.002" v="8" actId="1036"/>
          <ac:cxnSpMkLst>
            <pc:docMk/>
            <pc:sldMk cId="1122876932" sldId="257"/>
            <ac:cxnSpMk id="19" creationId="{785E3A12-155B-17B3-BE12-625EFD14D73E}"/>
          </ac:cxnSpMkLst>
        </pc:cxnChg>
        <pc:cxnChg chg="mod">
          <ac:chgData name="황경하" userId="89f64ca3-534b-430b-acdd-e699c6ed959a" providerId="ADAL" clId="{2876A8CB-C35D-455B-A256-AB2AE2D4B55A}" dt="2026-03-02T10:56:58.002" v="8" actId="1036"/>
          <ac:cxnSpMkLst>
            <pc:docMk/>
            <pc:sldMk cId="1122876932" sldId="257"/>
            <ac:cxnSpMk id="21" creationId="{57ED3E60-8E84-03FB-930B-E781589C4407}"/>
          </ac:cxnSpMkLst>
        </pc:cxnChg>
        <pc:cxnChg chg="del">
          <ac:chgData name="황경하" userId="89f64ca3-534b-430b-acdd-e699c6ed959a" providerId="ADAL" clId="{2876A8CB-C35D-455B-A256-AB2AE2D4B55A}" dt="2026-03-02T10:58:58.078" v="63" actId="478"/>
          <ac:cxnSpMkLst>
            <pc:docMk/>
            <pc:sldMk cId="1122876932" sldId="257"/>
            <ac:cxnSpMk id="81" creationId="{57C43760-F3BC-3BA9-E3B2-717BD0DE4A9F}"/>
          </ac:cxnSpMkLst>
        </pc:cxnChg>
        <pc:cxnChg chg="mod">
          <ac:chgData name="황경하" userId="89f64ca3-534b-430b-acdd-e699c6ed959a" providerId="ADAL" clId="{2876A8CB-C35D-455B-A256-AB2AE2D4B55A}" dt="2026-03-02T10:56:58.002" v="8" actId="1036"/>
          <ac:cxnSpMkLst>
            <pc:docMk/>
            <pc:sldMk cId="1122876932" sldId="257"/>
            <ac:cxnSpMk id="82" creationId="{8A1CEAE2-0782-4B72-C33B-D6B67CC452BB}"/>
          </ac:cxnSpMkLst>
        </pc:cxnChg>
        <pc:cxnChg chg="mod">
          <ac:chgData name="황경하" userId="89f64ca3-534b-430b-acdd-e699c6ed959a" providerId="ADAL" clId="{2876A8CB-C35D-455B-A256-AB2AE2D4B55A}" dt="2026-03-02T10:57:06.660" v="9" actId="1036"/>
          <ac:cxnSpMkLst>
            <pc:docMk/>
            <pc:sldMk cId="1122876932" sldId="257"/>
            <ac:cxnSpMk id="104" creationId="{89CB508F-DC53-8401-BC91-D79668210D50}"/>
          </ac:cxnSpMkLst>
        </pc:cxnChg>
        <pc:cxnChg chg="mod">
          <ac:chgData name="황경하" userId="89f64ca3-534b-430b-acdd-e699c6ed959a" providerId="ADAL" clId="{2876A8CB-C35D-455B-A256-AB2AE2D4B55A}" dt="2026-03-02T10:59:53.410" v="99" actId="1035"/>
          <ac:cxnSpMkLst>
            <pc:docMk/>
            <pc:sldMk cId="1122876932" sldId="257"/>
            <ac:cxnSpMk id="105" creationId="{B7C1E07B-232D-5DB5-1248-C8FFC68844F0}"/>
          </ac:cxnSpMkLst>
        </pc:cxnChg>
      </pc:sldChg>
      <pc:sldChg chg="modSp del modNotes">
        <pc:chgData name="황경하" userId="89f64ca3-534b-430b-acdd-e699c6ed959a" providerId="ADAL" clId="{2876A8CB-C35D-455B-A256-AB2AE2D4B55A}" dt="2026-03-02T11:03:23.918" v="146" actId="47"/>
        <pc:sldMkLst>
          <pc:docMk/>
          <pc:sldMk cId="1364625367" sldId="258"/>
        </pc:sldMkLst>
        <pc:spChg chg="mod">
          <ac:chgData name="황경하" userId="89f64ca3-534b-430b-acdd-e699c6ed959a" providerId="ADAL" clId="{2876A8CB-C35D-455B-A256-AB2AE2D4B55A}" dt="2026-03-02T10:56:35.957" v="2"/>
          <ac:spMkLst>
            <pc:docMk/>
            <pc:sldMk cId="1364625367" sldId="258"/>
            <ac:spMk id="4" creationId="{32AC69D4-7F5C-BB18-B042-0D4A7CEE55D5}"/>
          </ac:spMkLst>
        </pc:spChg>
        <pc:spChg chg="mod">
          <ac:chgData name="황경하" userId="89f64ca3-534b-430b-acdd-e699c6ed959a" providerId="ADAL" clId="{2876A8CB-C35D-455B-A256-AB2AE2D4B55A}" dt="2026-03-02T10:56:35.957" v="2"/>
          <ac:spMkLst>
            <pc:docMk/>
            <pc:sldMk cId="1364625367" sldId="258"/>
            <ac:spMk id="7" creationId="{46FAE0DD-D0C2-77DF-3AAE-704FE862959B}"/>
          </ac:spMkLst>
        </pc:spChg>
        <pc:spChg chg="mod">
          <ac:chgData name="황경하" userId="89f64ca3-534b-430b-acdd-e699c6ed959a" providerId="ADAL" clId="{2876A8CB-C35D-455B-A256-AB2AE2D4B55A}" dt="2026-03-02T10:56:35.957" v="2"/>
          <ac:spMkLst>
            <pc:docMk/>
            <pc:sldMk cId="1364625367" sldId="258"/>
            <ac:spMk id="8" creationId="{0E8360F1-FAF5-00C2-C37D-D92D5BB947D7}"/>
          </ac:spMkLst>
        </pc:spChg>
        <pc:spChg chg="mod">
          <ac:chgData name="황경하" userId="89f64ca3-534b-430b-acdd-e699c6ed959a" providerId="ADAL" clId="{2876A8CB-C35D-455B-A256-AB2AE2D4B55A}" dt="2026-03-02T10:56:35.957" v="2"/>
          <ac:spMkLst>
            <pc:docMk/>
            <pc:sldMk cId="1364625367" sldId="258"/>
            <ac:spMk id="9" creationId="{754C033C-FAF8-4334-C0AC-7CF39090414C}"/>
          </ac:spMkLst>
        </pc:spChg>
        <pc:spChg chg="mod">
          <ac:chgData name="황경하" userId="89f64ca3-534b-430b-acdd-e699c6ed959a" providerId="ADAL" clId="{2876A8CB-C35D-455B-A256-AB2AE2D4B55A}" dt="2026-03-02T10:56:35.957" v="2"/>
          <ac:spMkLst>
            <pc:docMk/>
            <pc:sldMk cId="1364625367" sldId="258"/>
            <ac:spMk id="10" creationId="{AB0071C0-6EF6-BEDA-F539-3ADD0CA7F471}"/>
          </ac:spMkLst>
        </pc:spChg>
        <pc:spChg chg="mod">
          <ac:chgData name="황경하" userId="89f64ca3-534b-430b-acdd-e699c6ed959a" providerId="ADAL" clId="{2876A8CB-C35D-455B-A256-AB2AE2D4B55A}" dt="2026-03-02T10:56:35.957" v="2"/>
          <ac:spMkLst>
            <pc:docMk/>
            <pc:sldMk cId="1364625367" sldId="258"/>
            <ac:spMk id="11" creationId="{B4A75D8F-9985-2C38-C270-BB38D4904819}"/>
          </ac:spMkLst>
        </pc:spChg>
        <pc:spChg chg="mod">
          <ac:chgData name="황경하" userId="89f64ca3-534b-430b-acdd-e699c6ed959a" providerId="ADAL" clId="{2876A8CB-C35D-455B-A256-AB2AE2D4B55A}" dt="2026-03-02T10:56:35.957" v="2"/>
          <ac:spMkLst>
            <pc:docMk/>
            <pc:sldMk cId="1364625367" sldId="258"/>
            <ac:spMk id="12" creationId="{8AF81F9A-74B6-A772-DB41-687B27B91D38}"/>
          </ac:spMkLst>
        </pc:spChg>
        <pc:spChg chg="mod">
          <ac:chgData name="황경하" userId="89f64ca3-534b-430b-acdd-e699c6ed959a" providerId="ADAL" clId="{2876A8CB-C35D-455B-A256-AB2AE2D4B55A}" dt="2026-03-02T10:56:35.957" v="2"/>
          <ac:spMkLst>
            <pc:docMk/>
            <pc:sldMk cId="1364625367" sldId="258"/>
            <ac:spMk id="13" creationId="{61DF683D-F28A-FAE4-7CA3-1A3825AB503D}"/>
          </ac:spMkLst>
        </pc:spChg>
        <pc:spChg chg="mod">
          <ac:chgData name="황경하" userId="89f64ca3-534b-430b-acdd-e699c6ed959a" providerId="ADAL" clId="{2876A8CB-C35D-455B-A256-AB2AE2D4B55A}" dt="2026-03-02T10:56:35.957" v="2"/>
          <ac:spMkLst>
            <pc:docMk/>
            <pc:sldMk cId="1364625367" sldId="258"/>
            <ac:spMk id="14" creationId="{3A8A278A-238C-C445-D3ED-487944B03BA4}"/>
          </ac:spMkLst>
        </pc:spChg>
        <pc:graphicFrameChg chg="mod">
          <ac:chgData name="황경하" userId="89f64ca3-534b-430b-acdd-e699c6ed959a" providerId="ADAL" clId="{2876A8CB-C35D-455B-A256-AB2AE2D4B55A}" dt="2026-03-02T10:56:35.957" v="2"/>
          <ac:graphicFrameMkLst>
            <pc:docMk/>
            <pc:sldMk cId="1364625367" sldId="258"/>
            <ac:graphicFrameMk id="3" creationId="{D42CB8DA-33EA-8FAA-D951-48B63D4942D4}"/>
          </ac:graphicFrameMkLst>
        </pc:graphicFrameChg>
      </pc:sldChg>
      <pc:sldChg chg="delSp modSp mod">
        <pc:chgData name="황경하" userId="89f64ca3-534b-430b-acdd-e699c6ed959a" providerId="ADAL" clId="{2876A8CB-C35D-455B-A256-AB2AE2D4B55A}" dt="2026-03-02T11:43:58.544" v="364" actId="20577"/>
        <pc:sldMkLst>
          <pc:docMk/>
          <pc:sldMk cId="2223019525" sldId="259"/>
        </pc:sldMkLst>
        <pc:spChg chg="mod">
          <ac:chgData name="황경하" userId="89f64ca3-534b-430b-acdd-e699c6ed959a" providerId="ADAL" clId="{2876A8CB-C35D-455B-A256-AB2AE2D4B55A}" dt="2026-03-02T10:56:35.957" v="2"/>
          <ac:spMkLst>
            <pc:docMk/>
            <pc:sldMk cId="2223019525" sldId="259"/>
            <ac:spMk id="7" creationId="{5CE80FFC-5DB2-4384-83E4-4290947D4E01}"/>
          </ac:spMkLst>
        </pc:spChg>
        <pc:spChg chg="mod">
          <ac:chgData name="황경하" userId="89f64ca3-534b-430b-acdd-e699c6ed959a" providerId="ADAL" clId="{2876A8CB-C35D-455B-A256-AB2AE2D4B55A}" dt="2026-03-02T10:56:35.957" v="2"/>
          <ac:spMkLst>
            <pc:docMk/>
            <pc:sldMk cId="2223019525" sldId="259"/>
            <ac:spMk id="10" creationId="{23A271FF-83A0-8397-F060-521E54583459}"/>
          </ac:spMkLst>
        </pc:spChg>
        <pc:spChg chg="mod">
          <ac:chgData name="황경하" userId="89f64ca3-534b-430b-acdd-e699c6ed959a" providerId="ADAL" clId="{2876A8CB-C35D-455B-A256-AB2AE2D4B55A}" dt="2026-03-02T10:56:35.957" v="2"/>
          <ac:spMkLst>
            <pc:docMk/>
            <pc:sldMk cId="2223019525" sldId="259"/>
            <ac:spMk id="13" creationId="{DD7B3678-2C87-EF39-4E1E-B45F37A079D2}"/>
          </ac:spMkLst>
        </pc:spChg>
        <pc:spChg chg="mod">
          <ac:chgData name="황경하" userId="89f64ca3-534b-430b-acdd-e699c6ed959a" providerId="ADAL" clId="{2876A8CB-C35D-455B-A256-AB2AE2D4B55A}" dt="2026-03-02T10:56:35.957" v="2"/>
          <ac:spMkLst>
            <pc:docMk/>
            <pc:sldMk cId="2223019525" sldId="259"/>
            <ac:spMk id="16" creationId="{D2C2CB4E-C203-173E-76C8-96DC017FCF0F}"/>
          </ac:spMkLst>
        </pc:spChg>
        <pc:spChg chg="mod">
          <ac:chgData name="황경하" userId="89f64ca3-534b-430b-acdd-e699c6ed959a" providerId="ADAL" clId="{2876A8CB-C35D-455B-A256-AB2AE2D4B55A}" dt="2026-03-02T10:56:35.957" v="2"/>
          <ac:spMkLst>
            <pc:docMk/>
            <pc:sldMk cId="2223019525" sldId="259"/>
            <ac:spMk id="19" creationId="{466F6CB5-A09E-0694-BE22-714615F64F5D}"/>
          </ac:spMkLst>
        </pc:spChg>
        <pc:spChg chg="mod">
          <ac:chgData name="황경하" userId="89f64ca3-534b-430b-acdd-e699c6ed959a" providerId="ADAL" clId="{2876A8CB-C35D-455B-A256-AB2AE2D4B55A}" dt="2026-03-02T10:56:35.957" v="2"/>
          <ac:spMkLst>
            <pc:docMk/>
            <pc:sldMk cId="2223019525" sldId="259"/>
            <ac:spMk id="23" creationId="{030FBA14-505E-F25B-3B29-A660BA7DC706}"/>
          </ac:spMkLst>
        </pc:spChg>
        <pc:spChg chg="mod">
          <ac:chgData name="황경하" userId="89f64ca3-534b-430b-acdd-e699c6ed959a" providerId="ADAL" clId="{2876A8CB-C35D-455B-A256-AB2AE2D4B55A}" dt="2026-03-02T10:56:35.957" v="2"/>
          <ac:spMkLst>
            <pc:docMk/>
            <pc:sldMk cId="2223019525" sldId="259"/>
            <ac:spMk id="24" creationId="{F0406B5A-462E-5EBA-FD7F-14789433D623}"/>
          </ac:spMkLst>
        </pc:spChg>
        <pc:spChg chg="mod">
          <ac:chgData name="황경하" userId="89f64ca3-534b-430b-acdd-e699c6ed959a" providerId="ADAL" clId="{2876A8CB-C35D-455B-A256-AB2AE2D4B55A}" dt="2026-03-02T10:56:35.957" v="2"/>
          <ac:spMkLst>
            <pc:docMk/>
            <pc:sldMk cId="2223019525" sldId="259"/>
            <ac:spMk id="25" creationId="{E123F792-C014-CCF3-00C0-BB2B29A7C9CA}"/>
          </ac:spMkLst>
        </pc:spChg>
        <pc:spChg chg="mod">
          <ac:chgData name="황경하" userId="89f64ca3-534b-430b-acdd-e699c6ed959a" providerId="ADAL" clId="{2876A8CB-C35D-455B-A256-AB2AE2D4B55A}" dt="2026-03-02T11:43:50.757" v="348" actId="20577"/>
          <ac:spMkLst>
            <pc:docMk/>
            <pc:sldMk cId="2223019525" sldId="259"/>
            <ac:spMk id="26" creationId="{373354DC-D4F4-7FCC-A1E0-4FFFDCAFAB3D}"/>
          </ac:spMkLst>
        </pc:spChg>
        <pc:spChg chg="mod">
          <ac:chgData name="황경하" userId="89f64ca3-534b-430b-acdd-e699c6ed959a" providerId="ADAL" clId="{2876A8CB-C35D-455B-A256-AB2AE2D4B55A}" dt="2026-03-02T11:43:58.544" v="364" actId="20577"/>
          <ac:spMkLst>
            <pc:docMk/>
            <pc:sldMk cId="2223019525" sldId="259"/>
            <ac:spMk id="27" creationId="{AD6FB77B-BA0C-A697-040F-0515655E8791}"/>
          </ac:spMkLst>
        </pc:spChg>
        <pc:spChg chg="mod">
          <ac:chgData name="황경하" userId="89f64ca3-534b-430b-acdd-e699c6ed959a" providerId="ADAL" clId="{2876A8CB-C35D-455B-A256-AB2AE2D4B55A}" dt="2026-03-02T11:08:26.423" v="240" actId="207"/>
          <ac:spMkLst>
            <pc:docMk/>
            <pc:sldMk cId="2223019525" sldId="259"/>
            <ac:spMk id="28" creationId="{51B21241-F695-5E5F-642C-03D2558B2659}"/>
          </ac:spMkLst>
        </pc:spChg>
        <pc:grpChg chg="del">
          <ac:chgData name="황경하" userId="89f64ca3-534b-430b-acdd-e699c6ed959a" providerId="ADAL" clId="{2876A8CB-C35D-455B-A256-AB2AE2D4B55A}" dt="2026-03-02T11:01:35.598" v="118" actId="478"/>
          <ac:grpSpMkLst>
            <pc:docMk/>
            <pc:sldMk cId="2223019525" sldId="259"/>
            <ac:grpSpMk id="5" creationId="{32C65185-A400-BC0F-11D1-0AEF2D160B62}"/>
          </ac:grpSpMkLst>
        </pc:grpChg>
        <pc:grpChg chg="del">
          <ac:chgData name="황경하" userId="89f64ca3-534b-430b-acdd-e699c6ed959a" providerId="ADAL" clId="{2876A8CB-C35D-455B-A256-AB2AE2D4B55A}" dt="2026-03-02T11:01:35.598" v="118" actId="478"/>
          <ac:grpSpMkLst>
            <pc:docMk/>
            <pc:sldMk cId="2223019525" sldId="259"/>
            <ac:grpSpMk id="14" creationId="{1854156D-5019-746B-5C32-D7CE4B0989E6}"/>
          </ac:grpSpMkLst>
        </pc:grpChg>
        <pc:grpChg chg="del">
          <ac:chgData name="황경하" userId="89f64ca3-534b-430b-acdd-e699c6ed959a" providerId="ADAL" clId="{2876A8CB-C35D-455B-A256-AB2AE2D4B55A}" dt="2026-03-02T11:01:35.598" v="118" actId="478"/>
          <ac:grpSpMkLst>
            <pc:docMk/>
            <pc:sldMk cId="2223019525" sldId="259"/>
            <ac:grpSpMk id="17" creationId="{EED492D1-6283-81FA-79C3-7126601C2545}"/>
          </ac:grpSpMkLst>
        </pc:grpChg>
      </pc:sldChg>
      <pc:sldChg chg="delSp modSp mod">
        <pc:chgData name="황경하" userId="89f64ca3-534b-430b-acdd-e699c6ed959a" providerId="ADAL" clId="{2876A8CB-C35D-455B-A256-AB2AE2D4B55A}" dt="2026-03-02T11:44:07.101" v="380" actId="20577"/>
        <pc:sldMkLst>
          <pc:docMk/>
          <pc:sldMk cId="1859529397" sldId="260"/>
        </pc:sldMkLst>
        <pc:spChg chg="del mod">
          <ac:chgData name="황경하" userId="89f64ca3-534b-430b-acdd-e699c6ed959a" providerId="ADAL" clId="{2876A8CB-C35D-455B-A256-AB2AE2D4B55A}" dt="2026-03-02T11:01:54.200" v="120" actId="478"/>
          <ac:spMkLst>
            <pc:docMk/>
            <pc:sldMk cId="1859529397" sldId="260"/>
            <ac:spMk id="12" creationId="{44ECE518-AE1A-4E66-5C4A-36CFF366C654}"/>
          </ac:spMkLst>
        </pc:spChg>
        <pc:spChg chg="mod">
          <ac:chgData name="황경하" userId="89f64ca3-534b-430b-acdd-e699c6ed959a" providerId="ADAL" clId="{2876A8CB-C35D-455B-A256-AB2AE2D4B55A}" dt="2026-03-02T10:56:35.957" v="2"/>
          <ac:spMkLst>
            <pc:docMk/>
            <pc:sldMk cId="1859529397" sldId="260"/>
            <ac:spMk id="13" creationId="{154C9CE5-FB05-F707-B258-63E87C4D1F3E}"/>
          </ac:spMkLst>
        </pc:spChg>
        <pc:spChg chg="mod">
          <ac:chgData name="황경하" userId="89f64ca3-534b-430b-acdd-e699c6ed959a" providerId="ADAL" clId="{2876A8CB-C35D-455B-A256-AB2AE2D4B55A}" dt="2026-03-02T10:56:35.957" v="2"/>
          <ac:spMkLst>
            <pc:docMk/>
            <pc:sldMk cId="1859529397" sldId="260"/>
            <ac:spMk id="14" creationId="{936D6EA5-8F27-A704-0CE7-47A2F387A025}"/>
          </ac:spMkLst>
        </pc:spChg>
        <pc:spChg chg="mod">
          <ac:chgData name="황경하" userId="89f64ca3-534b-430b-acdd-e699c6ed959a" providerId="ADAL" clId="{2876A8CB-C35D-455B-A256-AB2AE2D4B55A}" dt="2026-03-02T10:56:35.957" v="2"/>
          <ac:spMkLst>
            <pc:docMk/>
            <pc:sldMk cId="1859529397" sldId="260"/>
            <ac:spMk id="15" creationId="{64FD7B81-6248-CAAB-60CB-9687EF08F30C}"/>
          </ac:spMkLst>
        </pc:spChg>
        <pc:spChg chg="mod">
          <ac:chgData name="황경하" userId="89f64ca3-534b-430b-acdd-e699c6ed959a" providerId="ADAL" clId="{2876A8CB-C35D-455B-A256-AB2AE2D4B55A}" dt="2026-03-02T10:56:35.957" v="2"/>
          <ac:spMkLst>
            <pc:docMk/>
            <pc:sldMk cId="1859529397" sldId="260"/>
            <ac:spMk id="16" creationId="{943C3CBA-DCA6-07DB-42D3-CEDA847D097E}"/>
          </ac:spMkLst>
        </pc:spChg>
        <pc:spChg chg="mod">
          <ac:chgData name="황경하" userId="89f64ca3-534b-430b-acdd-e699c6ed959a" providerId="ADAL" clId="{2876A8CB-C35D-455B-A256-AB2AE2D4B55A}" dt="2026-03-02T10:56:35.957" v="2"/>
          <ac:spMkLst>
            <pc:docMk/>
            <pc:sldMk cId="1859529397" sldId="260"/>
            <ac:spMk id="17" creationId="{854086D5-4BA3-CC3E-20A7-0017FA15FECE}"/>
          </ac:spMkLst>
        </pc:spChg>
        <pc:spChg chg="mod">
          <ac:chgData name="황경하" userId="89f64ca3-534b-430b-acdd-e699c6ed959a" providerId="ADAL" clId="{2876A8CB-C35D-455B-A256-AB2AE2D4B55A}" dt="2026-03-02T10:56:35.957" v="2"/>
          <ac:spMkLst>
            <pc:docMk/>
            <pc:sldMk cId="1859529397" sldId="260"/>
            <ac:spMk id="18" creationId="{CC65E878-D7B0-FEDB-2C3C-DB274B86E219}"/>
          </ac:spMkLst>
        </pc:spChg>
        <pc:spChg chg="del mod">
          <ac:chgData name="황경하" userId="89f64ca3-534b-430b-acdd-e699c6ed959a" providerId="ADAL" clId="{2876A8CB-C35D-455B-A256-AB2AE2D4B55A}" dt="2026-03-02T11:01:54.200" v="120" actId="478"/>
          <ac:spMkLst>
            <pc:docMk/>
            <pc:sldMk cId="1859529397" sldId="260"/>
            <ac:spMk id="19" creationId="{0225EFE4-5BC0-6D47-5795-3824D74309BC}"/>
          </ac:spMkLst>
        </pc:spChg>
        <pc:spChg chg="del">
          <ac:chgData name="황경하" userId="89f64ca3-534b-430b-acdd-e699c6ed959a" providerId="ADAL" clId="{2876A8CB-C35D-455B-A256-AB2AE2D4B55A}" dt="2026-03-02T11:01:54.200" v="120" actId="478"/>
          <ac:spMkLst>
            <pc:docMk/>
            <pc:sldMk cId="1859529397" sldId="260"/>
            <ac:spMk id="20" creationId="{A13B672D-36DB-5387-B870-D0554E263489}"/>
          </ac:spMkLst>
        </pc:spChg>
        <pc:spChg chg="mod">
          <ac:chgData name="황경하" userId="89f64ca3-534b-430b-acdd-e699c6ed959a" providerId="ADAL" clId="{2876A8CB-C35D-455B-A256-AB2AE2D4B55A}" dt="2026-03-02T11:43:42.153" v="333" actId="20577"/>
          <ac:spMkLst>
            <pc:docMk/>
            <pc:sldMk cId="1859529397" sldId="260"/>
            <ac:spMk id="21" creationId="{931DC970-7AEA-CFF9-6F3F-E944E951A2A7}"/>
          </ac:spMkLst>
        </pc:spChg>
        <pc:spChg chg="mod">
          <ac:chgData name="황경하" userId="89f64ca3-534b-430b-acdd-e699c6ed959a" providerId="ADAL" clId="{2876A8CB-C35D-455B-A256-AB2AE2D4B55A}" dt="2026-03-02T11:44:07.101" v="380" actId="20577"/>
          <ac:spMkLst>
            <pc:docMk/>
            <pc:sldMk cId="1859529397" sldId="260"/>
            <ac:spMk id="22" creationId="{E65B6EB3-3B94-FBAD-B18D-5DA4A0AFC655}"/>
          </ac:spMkLst>
        </pc:spChg>
        <pc:spChg chg="mod">
          <ac:chgData name="황경하" userId="89f64ca3-534b-430b-acdd-e699c6ed959a" providerId="ADAL" clId="{2876A8CB-C35D-455B-A256-AB2AE2D4B55A}" dt="2026-03-02T11:02:00.648" v="121" actId="1076"/>
          <ac:spMkLst>
            <pc:docMk/>
            <pc:sldMk cId="1859529397" sldId="260"/>
            <ac:spMk id="23" creationId="{37050B63-2965-E3A8-EE14-506983DF85C4}"/>
          </ac:spMkLst>
        </pc:spChg>
        <pc:picChg chg="del">
          <ac:chgData name="황경하" userId="89f64ca3-534b-430b-acdd-e699c6ed959a" providerId="ADAL" clId="{2876A8CB-C35D-455B-A256-AB2AE2D4B55A}" dt="2026-03-02T11:01:54.200" v="120" actId="478"/>
          <ac:picMkLst>
            <pc:docMk/>
            <pc:sldMk cId="1859529397" sldId="260"/>
            <ac:picMk id="9" creationId="{1AAA0553-4DDD-0E89-E29C-C5BB91142F40}"/>
          </ac:picMkLst>
        </pc:picChg>
        <pc:picChg chg="del">
          <ac:chgData name="황경하" userId="89f64ca3-534b-430b-acdd-e699c6ed959a" providerId="ADAL" clId="{2876A8CB-C35D-455B-A256-AB2AE2D4B55A}" dt="2026-03-02T11:01:54.200" v="120" actId="478"/>
          <ac:picMkLst>
            <pc:docMk/>
            <pc:sldMk cId="1859529397" sldId="260"/>
            <ac:picMk id="10" creationId="{DFE6F04E-A114-20B5-9949-82D1634E821F}"/>
          </ac:picMkLst>
        </pc:picChg>
        <pc:picChg chg="del">
          <ac:chgData name="황경하" userId="89f64ca3-534b-430b-acdd-e699c6ed959a" providerId="ADAL" clId="{2876A8CB-C35D-455B-A256-AB2AE2D4B55A}" dt="2026-03-02T11:01:54.200" v="120" actId="478"/>
          <ac:picMkLst>
            <pc:docMk/>
            <pc:sldMk cId="1859529397" sldId="260"/>
            <ac:picMk id="11" creationId="{F5EC053C-B576-8CF1-4ECF-25A1F7F77034}"/>
          </ac:picMkLst>
        </pc:picChg>
      </pc:sldChg>
      <pc:sldChg chg="modSp del modNotes">
        <pc:chgData name="황경하" userId="89f64ca3-534b-430b-acdd-e699c6ed959a" providerId="ADAL" clId="{2876A8CB-C35D-455B-A256-AB2AE2D4B55A}" dt="2026-03-02T11:03:23.918" v="146" actId="47"/>
        <pc:sldMkLst>
          <pc:docMk/>
          <pc:sldMk cId="3458721372" sldId="261"/>
        </pc:sldMkLst>
        <pc:picChg chg="mod">
          <ac:chgData name="황경하" userId="89f64ca3-534b-430b-acdd-e699c6ed959a" providerId="ADAL" clId="{2876A8CB-C35D-455B-A256-AB2AE2D4B55A}" dt="2026-03-02T10:56:35.957" v="2"/>
          <ac:picMkLst>
            <pc:docMk/>
            <pc:sldMk cId="3458721372" sldId="261"/>
            <ac:picMk id="3" creationId="{645EE3CE-032D-0296-A1BE-225A73D4E468}"/>
          </ac:picMkLst>
        </pc:picChg>
      </pc:sldChg>
      <pc:sldChg chg="addSp delSp modSp mod modNotes">
        <pc:chgData name="황경하" userId="89f64ca3-534b-430b-acdd-e699c6ed959a" providerId="ADAL" clId="{2876A8CB-C35D-455B-A256-AB2AE2D4B55A}" dt="2026-03-02T11:40:14.468" v="322" actId="2711"/>
        <pc:sldMkLst>
          <pc:docMk/>
          <pc:sldMk cId="1501519675" sldId="262"/>
        </pc:sldMkLst>
        <pc:spChg chg="add del mod">
          <ac:chgData name="황경하" userId="89f64ca3-534b-430b-acdd-e699c6ed959a" providerId="ADAL" clId="{2876A8CB-C35D-455B-A256-AB2AE2D4B55A}" dt="2026-03-02T11:38:08.006" v="311" actId="478"/>
          <ac:spMkLst>
            <pc:docMk/>
            <pc:sldMk cId="1501519675" sldId="262"/>
            <ac:spMk id="6" creationId="{450264FD-B709-C631-F38E-0B4E8BDD986F}"/>
          </ac:spMkLst>
        </pc:spChg>
        <pc:spChg chg="add del mod">
          <ac:chgData name="황경하" userId="89f64ca3-534b-430b-acdd-e699c6ed959a" providerId="ADAL" clId="{2876A8CB-C35D-455B-A256-AB2AE2D4B55A}" dt="2026-03-02T11:38:08.006" v="311" actId="478"/>
          <ac:spMkLst>
            <pc:docMk/>
            <pc:sldMk cId="1501519675" sldId="262"/>
            <ac:spMk id="7" creationId="{0E35FAC4-5B6B-FA50-C277-1FC7C23B63E3}"/>
          </ac:spMkLst>
        </pc:spChg>
        <pc:spChg chg="add del mod">
          <ac:chgData name="황경하" userId="89f64ca3-534b-430b-acdd-e699c6ed959a" providerId="ADAL" clId="{2876A8CB-C35D-455B-A256-AB2AE2D4B55A}" dt="2026-03-02T11:38:08.006" v="311" actId="478"/>
          <ac:spMkLst>
            <pc:docMk/>
            <pc:sldMk cId="1501519675" sldId="262"/>
            <ac:spMk id="8" creationId="{0B0D4777-0A05-073D-ECD6-324DD8CACE34}"/>
          </ac:spMkLst>
        </pc:spChg>
        <pc:spChg chg="add del mod">
          <ac:chgData name="황경하" userId="89f64ca3-534b-430b-acdd-e699c6ed959a" providerId="ADAL" clId="{2876A8CB-C35D-455B-A256-AB2AE2D4B55A}" dt="2026-03-02T11:38:08.006" v="311" actId="478"/>
          <ac:spMkLst>
            <pc:docMk/>
            <pc:sldMk cId="1501519675" sldId="262"/>
            <ac:spMk id="9" creationId="{9885BAFA-1FB3-6A6E-9C90-3280C0FB6CBE}"/>
          </ac:spMkLst>
        </pc:spChg>
        <pc:spChg chg="add del mod">
          <ac:chgData name="황경하" userId="89f64ca3-534b-430b-acdd-e699c6ed959a" providerId="ADAL" clId="{2876A8CB-C35D-455B-A256-AB2AE2D4B55A}" dt="2026-03-02T11:38:08.006" v="311" actId="478"/>
          <ac:spMkLst>
            <pc:docMk/>
            <pc:sldMk cId="1501519675" sldId="262"/>
            <ac:spMk id="10" creationId="{5D7D1EB2-5D9F-7B51-01D0-DF9277389A73}"/>
          </ac:spMkLst>
        </pc:spChg>
        <pc:spChg chg="add del mod">
          <ac:chgData name="황경하" userId="89f64ca3-534b-430b-acdd-e699c6ed959a" providerId="ADAL" clId="{2876A8CB-C35D-455B-A256-AB2AE2D4B55A}" dt="2026-03-02T11:38:08.006" v="311" actId="478"/>
          <ac:spMkLst>
            <pc:docMk/>
            <pc:sldMk cId="1501519675" sldId="262"/>
            <ac:spMk id="11" creationId="{3511F9A7-FAF6-6DFD-98B8-87C3C17C0407}"/>
          </ac:spMkLst>
        </pc:spChg>
        <pc:spChg chg="add del mod">
          <ac:chgData name="황경하" userId="89f64ca3-534b-430b-acdd-e699c6ed959a" providerId="ADAL" clId="{2876A8CB-C35D-455B-A256-AB2AE2D4B55A}" dt="2026-03-02T11:38:08.006" v="311" actId="478"/>
          <ac:spMkLst>
            <pc:docMk/>
            <pc:sldMk cId="1501519675" sldId="262"/>
            <ac:spMk id="12" creationId="{33A99390-F392-0C1F-58F4-24EE5E5627D4}"/>
          </ac:spMkLst>
        </pc:spChg>
        <pc:spChg chg="add del mod">
          <ac:chgData name="황경하" userId="89f64ca3-534b-430b-acdd-e699c6ed959a" providerId="ADAL" clId="{2876A8CB-C35D-455B-A256-AB2AE2D4B55A}" dt="2026-03-02T11:38:08.006" v="311" actId="478"/>
          <ac:spMkLst>
            <pc:docMk/>
            <pc:sldMk cId="1501519675" sldId="262"/>
            <ac:spMk id="13" creationId="{A73761E2-4485-6147-D459-6EF180894C31}"/>
          </ac:spMkLst>
        </pc:spChg>
        <pc:spChg chg="add del mod">
          <ac:chgData name="황경하" userId="89f64ca3-534b-430b-acdd-e699c6ed959a" providerId="ADAL" clId="{2876A8CB-C35D-455B-A256-AB2AE2D4B55A}" dt="2026-03-02T11:38:08.006" v="311" actId="478"/>
          <ac:spMkLst>
            <pc:docMk/>
            <pc:sldMk cId="1501519675" sldId="262"/>
            <ac:spMk id="14" creationId="{F31C4B88-982A-6DFD-F72B-4F7DA5128E2A}"/>
          </ac:spMkLst>
        </pc:spChg>
        <pc:spChg chg="mod">
          <ac:chgData name="황경하" userId="89f64ca3-534b-430b-acdd-e699c6ed959a" providerId="ADAL" clId="{2876A8CB-C35D-455B-A256-AB2AE2D4B55A}" dt="2026-03-02T11:38:22.871" v="312"/>
          <ac:spMkLst>
            <pc:docMk/>
            <pc:sldMk cId="1501519675" sldId="262"/>
            <ac:spMk id="16" creationId="{DC935AFE-B979-547A-8582-0ACB2E00D2A8}"/>
          </ac:spMkLst>
        </pc:spChg>
        <pc:spChg chg="mod">
          <ac:chgData name="황경하" userId="89f64ca3-534b-430b-acdd-e699c6ed959a" providerId="ADAL" clId="{2876A8CB-C35D-455B-A256-AB2AE2D4B55A}" dt="2026-03-02T11:38:22.871" v="312"/>
          <ac:spMkLst>
            <pc:docMk/>
            <pc:sldMk cId="1501519675" sldId="262"/>
            <ac:spMk id="17" creationId="{061948A8-4181-76D8-661E-DCBFE82712C3}"/>
          </ac:spMkLst>
        </pc:spChg>
        <pc:spChg chg="mod">
          <ac:chgData name="황경하" userId="89f64ca3-534b-430b-acdd-e699c6ed959a" providerId="ADAL" clId="{2876A8CB-C35D-455B-A256-AB2AE2D4B55A}" dt="2026-03-02T11:38:22.871" v="312"/>
          <ac:spMkLst>
            <pc:docMk/>
            <pc:sldMk cId="1501519675" sldId="262"/>
            <ac:spMk id="18" creationId="{4438EC2F-E3B5-6DEF-638B-371A150EECAA}"/>
          </ac:spMkLst>
        </pc:spChg>
        <pc:spChg chg="mod">
          <ac:chgData name="황경하" userId="89f64ca3-534b-430b-acdd-e699c6ed959a" providerId="ADAL" clId="{2876A8CB-C35D-455B-A256-AB2AE2D4B55A}" dt="2026-03-02T11:38:22.871" v="312"/>
          <ac:spMkLst>
            <pc:docMk/>
            <pc:sldMk cId="1501519675" sldId="262"/>
            <ac:spMk id="22" creationId="{14E09DA0-CDCF-4199-3889-3C0C5A9810AA}"/>
          </ac:spMkLst>
        </pc:spChg>
        <pc:spChg chg="mod">
          <ac:chgData name="황경하" userId="89f64ca3-534b-430b-acdd-e699c6ed959a" providerId="ADAL" clId="{2876A8CB-C35D-455B-A256-AB2AE2D4B55A}" dt="2026-03-02T11:38:22.871" v="312"/>
          <ac:spMkLst>
            <pc:docMk/>
            <pc:sldMk cId="1501519675" sldId="262"/>
            <ac:spMk id="23" creationId="{F5F188D0-0394-6888-C6F0-4819D3C18C46}"/>
          </ac:spMkLst>
        </pc:spChg>
        <pc:spChg chg="mod">
          <ac:chgData name="황경하" userId="89f64ca3-534b-430b-acdd-e699c6ed959a" providerId="ADAL" clId="{2876A8CB-C35D-455B-A256-AB2AE2D4B55A}" dt="2026-03-02T11:38:22.871" v="312"/>
          <ac:spMkLst>
            <pc:docMk/>
            <pc:sldMk cId="1501519675" sldId="262"/>
            <ac:spMk id="24" creationId="{4E709645-49EE-382D-A60A-C52F9CB9DA09}"/>
          </ac:spMkLst>
        </pc:spChg>
        <pc:spChg chg="mod">
          <ac:chgData name="황경하" userId="89f64ca3-534b-430b-acdd-e699c6ed959a" providerId="ADAL" clId="{2876A8CB-C35D-455B-A256-AB2AE2D4B55A}" dt="2026-03-02T11:38:22.871" v="312"/>
          <ac:spMkLst>
            <pc:docMk/>
            <pc:sldMk cId="1501519675" sldId="262"/>
            <ac:spMk id="25" creationId="{2E1A6FE9-7BAF-6D59-78BF-C0D1BDEB9B3A}"/>
          </ac:spMkLst>
        </pc:spChg>
        <pc:spChg chg="mod">
          <ac:chgData name="황경하" userId="89f64ca3-534b-430b-acdd-e699c6ed959a" providerId="ADAL" clId="{2876A8CB-C35D-455B-A256-AB2AE2D4B55A}" dt="2026-03-02T11:38:22.871" v="312"/>
          <ac:spMkLst>
            <pc:docMk/>
            <pc:sldMk cId="1501519675" sldId="262"/>
            <ac:spMk id="26" creationId="{E0CF05CA-375D-C824-9EA4-A068EC0D1F3E}"/>
          </ac:spMkLst>
        </pc:spChg>
        <pc:spChg chg="mod">
          <ac:chgData name="황경하" userId="89f64ca3-534b-430b-acdd-e699c6ed959a" providerId="ADAL" clId="{2876A8CB-C35D-455B-A256-AB2AE2D4B55A}" dt="2026-03-02T11:38:22.871" v="312"/>
          <ac:spMkLst>
            <pc:docMk/>
            <pc:sldMk cId="1501519675" sldId="262"/>
            <ac:spMk id="27" creationId="{7AEC156D-39AE-F2B8-FFDB-96DB2B26220C}"/>
          </ac:spMkLst>
        </pc:spChg>
        <pc:grpChg chg="mod">
          <ac:chgData name="황경하" userId="89f64ca3-534b-430b-acdd-e699c6ed959a" providerId="ADAL" clId="{2876A8CB-C35D-455B-A256-AB2AE2D4B55A}" dt="2026-03-02T11:38:34.073" v="317" actId="14100"/>
          <ac:grpSpMkLst>
            <pc:docMk/>
            <pc:sldMk cId="1501519675" sldId="262"/>
            <ac:grpSpMk id="3" creationId="{EADD8EB0-DBF9-DB36-AF58-ED357374D337}"/>
          </ac:grpSpMkLst>
        </pc:grpChg>
        <pc:graphicFrameChg chg="add del mod">
          <ac:chgData name="황경하" userId="89f64ca3-534b-430b-acdd-e699c6ed959a" providerId="ADAL" clId="{2876A8CB-C35D-455B-A256-AB2AE2D4B55A}" dt="2026-03-02T11:38:08.006" v="311" actId="478"/>
          <ac:graphicFrameMkLst>
            <pc:docMk/>
            <pc:sldMk cId="1501519675" sldId="262"/>
            <ac:graphicFrameMk id="2" creationId="{919D78EE-EFF5-E27D-51AF-4E12EFBE3FCE}"/>
          </ac:graphicFrameMkLst>
        </pc:graphicFrameChg>
        <pc:graphicFrameChg chg="mod">
          <ac:chgData name="황경하" userId="89f64ca3-534b-430b-acdd-e699c6ed959a" providerId="ADAL" clId="{2876A8CB-C35D-455B-A256-AB2AE2D4B55A}" dt="2026-03-02T11:40:14.468" v="322" actId="2711"/>
          <ac:graphicFrameMkLst>
            <pc:docMk/>
            <pc:sldMk cId="1501519675" sldId="262"/>
            <ac:graphicFrameMk id="19" creationId="{073DA7A5-EABB-86C6-809A-9E58BD2A450F}"/>
          </ac:graphicFrameMkLst>
        </pc:graphicFrameChg>
        <pc:picChg chg="del mod">
          <ac:chgData name="황경하" userId="89f64ca3-534b-430b-acdd-e699c6ed959a" providerId="ADAL" clId="{2876A8CB-C35D-455B-A256-AB2AE2D4B55A}" dt="2026-03-02T11:36:57.783" v="305" actId="478"/>
          <ac:picMkLst>
            <pc:docMk/>
            <pc:sldMk cId="1501519675" sldId="262"/>
            <ac:picMk id="3" creationId="{78588740-5927-ADD8-E5ED-62F67F36F416}"/>
          </ac:picMkLst>
        </pc:picChg>
      </pc:sldChg>
      <pc:sldChg chg="modSp mod">
        <pc:chgData name="황경하" userId="89f64ca3-534b-430b-acdd-e699c6ed959a" providerId="ADAL" clId="{2876A8CB-C35D-455B-A256-AB2AE2D4B55A}" dt="2026-03-02T11:03:02.605" v="145" actId="1076"/>
        <pc:sldMkLst>
          <pc:docMk/>
          <pc:sldMk cId="2208156267" sldId="263"/>
        </pc:sldMkLst>
        <pc:graphicFrameChg chg="mod modGraphic">
          <ac:chgData name="황경하" userId="89f64ca3-534b-430b-acdd-e699c6ed959a" providerId="ADAL" clId="{2876A8CB-C35D-455B-A256-AB2AE2D4B55A}" dt="2026-03-02T11:03:02.605" v="145" actId="1076"/>
          <ac:graphicFrameMkLst>
            <pc:docMk/>
            <pc:sldMk cId="2208156267" sldId="263"/>
            <ac:graphicFrameMk id="2" creationId="{D4A5E9F7-37EA-5656-626E-AB0F8B19093A}"/>
          </ac:graphicFrameMkLst>
        </pc:graphicFrameChg>
      </pc:sldChg>
      <pc:sldChg chg="modSp mod">
        <pc:chgData name="황경하" userId="89f64ca3-534b-430b-acdd-e699c6ed959a" providerId="ADAL" clId="{2876A8CB-C35D-455B-A256-AB2AE2D4B55A}" dt="2026-03-02T11:00:48.023" v="115" actId="1076"/>
        <pc:sldMkLst>
          <pc:docMk/>
          <pc:sldMk cId="411140879" sldId="264"/>
        </pc:sldMkLst>
        <pc:spChg chg="mod">
          <ac:chgData name="황경하" userId="89f64ca3-534b-430b-acdd-e699c6ed959a" providerId="ADAL" clId="{2876A8CB-C35D-455B-A256-AB2AE2D4B55A}" dt="2026-03-02T10:56:35.957" v="2"/>
          <ac:spMkLst>
            <pc:docMk/>
            <pc:sldMk cId="411140879" sldId="264"/>
            <ac:spMk id="4" creationId="{DE6D03D1-B8C9-4C6B-5704-53A69BFD242C}"/>
          </ac:spMkLst>
        </pc:spChg>
        <pc:spChg chg="mod">
          <ac:chgData name="황경하" userId="89f64ca3-534b-430b-acdd-e699c6ed959a" providerId="ADAL" clId="{2876A8CB-C35D-455B-A256-AB2AE2D4B55A}" dt="2026-03-02T10:56:35.957" v="2"/>
          <ac:spMkLst>
            <pc:docMk/>
            <pc:sldMk cId="411140879" sldId="264"/>
            <ac:spMk id="74" creationId="{E4090363-CC40-65E0-4C30-CB31139B4823}"/>
          </ac:spMkLst>
        </pc:spChg>
        <pc:spChg chg="mod">
          <ac:chgData name="황경하" userId="89f64ca3-534b-430b-acdd-e699c6ed959a" providerId="ADAL" clId="{2876A8CB-C35D-455B-A256-AB2AE2D4B55A}" dt="2026-03-02T11:00:28.860" v="106" actId="1076"/>
          <ac:spMkLst>
            <pc:docMk/>
            <pc:sldMk cId="411140879" sldId="264"/>
            <ac:spMk id="78" creationId="{72BD71F3-800E-69BA-4A1F-E259450FF8BA}"/>
          </ac:spMkLst>
        </pc:spChg>
        <pc:spChg chg="mod">
          <ac:chgData name="황경하" userId="89f64ca3-534b-430b-acdd-e699c6ed959a" providerId="ADAL" clId="{2876A8CB-C35D-455B-A256-AB2AE2D4B55A}" dt="2026-03-02T11:00:28.860" v="106" actId="1076"/>
          <ac:spMkLst>
            <pc:docMk/>
            <pc:sldMk cId="411140879" sldId="264"/>
            <ac:spMk id="79" creationId="{4B298BC3-95E1-BB62-C082-1C683D626C77}"/>
          </ac:spMkLst>
        </pc:spChg>
        <pc:spChg chg="mod">
          <ac:chgData name="황경하" userId="89f64ca3-534b-430b-acdd-e699c6ed959a" providerId="ADAL" clId="{2876A8CB-C35D-455B-A256-AB2AE2D4B55A}" dt="2026-03-02T10:56:35.957" v="2"/>
          <ac:spMkLst>
            <pc:docMk/>
            <pc:sldMk cId="411140879" sldId="264"/>
            <ac:spMk id="81" creationId="{45E50F2B-68F8-A04E-C7E3-46563BE0ADCC}"/>
          </ac:spMkLst>
        </pc:spChg>
        <pc:spChg chg="mod">
          <ac:chgData name="황경하" userId="89f64ca3-534b-430b-acdd-e699c6ed959a" providerId="ADAL" clId="{2876A8CB-C35D-455B-A256-AB2AE2D4B55A}" dt="2026-03-02T10:56:35.957" v="2"/>
          <ac:spMkLst>
            <pc:docMk/>
            <pc:sldMk cId="411140879" sldId="264"/>
            <ac:spMk id="84" creationId="{1B1B8EB7-3BD8-CB63-3951-746934F340D5}"/>
          </ac:spMkLst>
        </pc:spChg>
        <pc:spChg chg="mod">
          <ac:chgData name="황경하" userId="89f64ca3-534b-430b-acdd-e699c6ed959a" providerId="ADAL" clId="{2876A8CB-C35D-455B-A256-AB2AE2D4B55A}" dt="2026-03-02T11:00:37.490" v="114" actId="1035"/>
          <ac:spMkLst>
            <pc:docMk/>
            <pc:sldMk cId="411140879" sldId="264"/>
            <ac:spMk id="92" creationId="{9CF6D6D7-3423-9ECF-3500-62FB342871B6}"/>
          </ac:spMkLst>
        </pc:spChg>
        <pc:spChg chg="mod">
          <ac:chgData name="황경하" userId="89f64ca3-534b-430b-acdd-e699c6ed959a" providerId="ADAL" clId="{2876A8CB-C35D-455B-A256-AB2AE2D4B55A}" dt="2026-03-02T11:00:37.490" v="114" actId="1035"/>
          <ac:spMkLst>
            <pc:docMk/>
            <pc:sldMk cId="411140879" sldId="264"/>
            <ac:spMk id="93" creationId="{451D465E-818D-8303-5203-30737B22A459}"/>
          </ac:spMkLst>
        </pc:spChg>
        <pc:spChg chg="mod">
          <ac:chgData name="황경하" userId="89f64ca3-534b-430b-acdd-e699c6ed959a" providerId="ADAL" clId="{2876A8CB-C35D-455B-A256-AB2AE2D4B55A}" dt="2026-03-02T11:00:37.490" v="114" actId="1035"/>
          <ac:spMkLst>
            <pc:docMk/>
            <pc:sldMk cId="411140879" sldId="264"/>
            <ac:spMk id="94" creationId="{0CE560FC-5EBA-E2B0-11FC-F72DC3561413}"/>
          </ac:spMkLst>
        </pc:spChg>
        <pc:spChg chg="mod">
          <ac:chgData name="황경하" userId="89f64ca3-534b-430b-acdd-e699c6ed959a" providerId="ADAL" clId="{2876A8CB-C35D-455B-A256-AB2AE2D4B55A}" dt="2026-03-02T11:00:37.490" v="114" actId="1035"/>
          <ac:spMkLst>
            <pc:docMk/>
            <pc:sldMk cId="411140879" sldId="264"/>
            <ac:spMk id="95" creationId="{57097AE4-3D1C-58B9-7E6B-41F65001F412}"/>
          </ac:spMkLst>
        </pc:spChg>
        <pc:spChg chg="mod">
          <ac:chgData name="황경하" userId="89f64ca3-534b-430b-acdd-e699c6ed959a" providerId="ADAL" clId="{2876A8CB-C35D-455B-A256-AB2AE2D4B55A}" dt="2026-03-02T11:00:37.490" v="114" actId="1035"/>
          <ac:spMkLst>
            <pc:docMk/>
            <pc:sldMk cId="411140879" sldId="264"/>
            <ac:spMk id="96" creationId="{663C6A6A-8DA6-1E4B-159A-6633EE9CCB31}"/>
          </ac:spMkLst>
        </pc:spChg>
        <pc:spChg chg="mod">
          <ac:chgData name="황경하" userId="89f64ca3-534b-430b-acdd-e699c6ed959a" providerId="ADAL" clId="{2876A8CB-C35D-455B-A256-AB2AE2D4B55A}" dt="2026-03-02T11:00:37.490" v="114" actId="1035"/>
          <ac:spMkLst>
            <pc:docMk/>
            <pc:sldMk cId="411140879" sldId="264"/>
            <ac:spMk id="102" creationId="{19E6A988-6196-51D9-E3A6-616C94C9DD0C}"/>
          </ac:spMkLst>
        </pc:spChg>
        <pc:spChg chg="mod">
          <ac:chgData name="황경하" userId="89f64ca3-534b-430b-acdd-e699c6ed959a" providerId="ADAL" clId="{2876A8CB-C35D-455B-A256-AB2AE2D4B55A}" dt="2026-03-02T10:56:35.957" v="2"/>
          <ac:spMkLst>
            <pc:docMk/>
            <pc:sldMk cId="411140879" sldId="264"/>
            <ac:spMk id="105" creationId="{7290CDFA-070B-8A6D-7EE8-6BE4206229F3}"/>
          </ac:spMkLst>
        </pc:spChg>
        <pc:spChg chg="mod">
          <ac:chgData name="황경하" userId="89f64ca3-534b-430b-acdd-e699c6ed959a" providerId="ADAL" clId="{2876A8CB-C35D-455B-A256-AB2AE2D4B55A}" dt="2026-03-02T10:56:35.957" v="2"/>
          <ac:spMkLst>
            <pc:docMk/>
            <pc:sldMk cId="411140879" sldId="264"/>
            <ac:spMk id="108" creationId="{DADE0B15-5D86-6D73-927B-A14DCD785C78}"/>
          </ac:spMkLst>
        </pc:spChg>
        <pc:spChg chg="mod">
          <ac:chgData name="황경하" userId="89f64ca3-534b-430b-acdd-e699c6ed959a" providerId="ADAL" clId="{2876A8CB-C35D-455B-A256-AB2AE2D4B55A}" dt="2026-03-02T11:00:48.023" v="115" actId="1076"/>
          <ac:spMkLst>
            <pc:docMk/>
            <pc:sldMk cId="411140879" sldId="264"/>
            <ac:spMk id="109" creationId="{AB03388E-3571-5564-F25B-91C04079465F}"/>
          </ac:spMkLst>
        </pc:spChg>
        <pc:spChg chg="mod">
          <ac:chgData name="황경하" userId="89f64ca3-534b-430b-acdd-e699c6ed959a" providerId="ADAL" clId="{2876A8CB-C35D-455B-A256-AB2AE2D4B55A}" dt="2026-03-02T11:00:48.023" v="115" actId="1076"/>
          <ac:spMkLst>
            <pc:docMk/>
            <pc:sldMk cId="411140879" sldId="264"/>
            <ac:spMk id="110" creationId="{D3A4608E-6EE9-873C-6539-3910A4A7ED89}"/>
          </ac:spMkLst>
        </pc:spChg>
        <pc:spChg chg="mod">
          <ac:chgData name="황경하" userId="89f64ca3-534b-430b-acdd-e699c6ed959a" providerId="ADAL" clId="{2876A8CB-C35D-455B-A256-AB2AE2D4B55A}" dt="2026-03-02T11:00:48.023" v="115" actId="1076"/>
          <ac:spMkLst>
            <pc:docMk/>
            <pc:sldMk cId="411140879" sldId="264"/>
            <ac:spMk id="111" creationId="{7F55D41E-C023-16BE-709A-DDB908C79DD8}"/>
          </ac:spMkLst>
        </pc:spChg>
        <pc:spChg chg="mod">
          <ac:chgData name="황경하" userId="89f64ca3-534b-430b-acdd-e699c6ed959a" providerId="ADAL" clId="{2876A8CB-C35D-455B-A256-AB2AE2D4B55A}" dt="2026-03-02T11:00:48.023" v="115" actId="1076"/>
          <ac:spMkLst>
            <pc:docMk/>
            <pc:sldMk cId="411140879" sldId="264"/>
            <ac:spMk id="112" creationId="{DA8BFFE8-966C-D0EF-689A-BC1BF93196E9}"/>
          </ac:spMkLst>
        </pc:spChg>
        <pc:spChg chg="mod">
          <ac:chgData name="황경하" userId="89f64ca3-534b-430b-acdd-e699c6ed959a" providerId="ADAL" clId="{2876A8CB-C35D-455B-A256-AB2AE2D4B55A}" dt="2026-03-02T11:00:48.023" v="115" actId="1076"/>
          <ac:spMkLst>
            <pc:docMk/>
            <pc:sldMk cId="411140879" sldId="264"/>
            <ac:spMk id="113" creationId="{815130B4-A59B-B957-37CD-A5B53BD83856}"/>
          </ac:spMkLst>
        </pc:spChg>
        <pc:spChg chg="mod">
          <ac:chgData name="황경하" userId="89f64ca3-534b-430b-acdd-e699c6ed959a" providerId="ADAL" clId="{2876A8CB-C35D-455B-A256-AB2AE2D4B55A}" dt="2026-03-02T11:00:48.023" v="115" actId="1076"/>
          <ac:spMkLst>
            <pc:docMk/>
            <pc:sldMk cId="411140879" sldId="264"/>
            <ac:spMk id="114" creationId="{AFD9479F-22F4-CF3F-932A-B59BBB1DE819}"/>
          </ac:spMkLst>
        </pc:spChg>
        <pc:spChg chg="mod">
          <ac:chgData name="황경하" userId="89f64ca3-534b-430b-acdd-e699c6ed959a" providerId="ADAL" clId="{2876A8CB-C35D-455B-A256-AB2AE2D4B55A}" dt="2026-03-02T11:00:48.023" v="115" actId="1076"/>
          <ac:spMkLst>
            <pc:docMk/>
            <pc:sldMk cId="411140879" sldId="264"/>
            <ac:spMk id="115" creationId="{BF377FE5-A409-E183-F73C-6D1FD12D569F}"/>
          </ac:spMkLst>
        </pc:spChg>
        <pc:spChg chg="mod">
          <ac:chgData name="황경하" userId="89f64ca3-534b-430b-acdd-e699c6ed959a" providerId="ADAL" clId="{2876A8CB-C35D-455B-A256-AB2AE2D4B55A}" dt="2026-03-02T10:56:35.957" v="2"/>
          <ac:spMkLst>
            <pc:docMk/>
            <pc:sldMk cId="411140879" sldId="264"/>
            <ac:spMk id="116" creationId="{80E8CCEC-8824-861F-E6E8-D3A2B48E559D}"/>
          </ac:spMkLst>
        </pc:spChg>
        <pc:spChg chg="mod">
          <ac:chgData name="황경하" userId="89f64ca3-534b-430b-acdd-e699c6ed959a" providerId="ADAL" clId="{2876A8CB-C35D-455B-A256-AB2AE2D4B55A}" dt="2026-03-02T10:56:35.957" v="2"/>
          <ac:spMkLst>
            <pc:docMk/>
            <pc:sldMk cId="411140879" sldId="264"/>
            <ac:spMk id="117" creationId="{4133FB94-F9D6-666C-389A-9FDB73069D43}"/>
          </ac:spMkLst>
        </pc:spChg>
        <pc:spChg chg="mod">
          <ac:chgData name="황경하" userId="89f64ca3-534b-430b-acdd-e699c6ed959a" providerId="ADAL" clId="{2876A8CB-C35D-455B-A256-AB2AE2D4B55A}" dt="2026-03-02T11:00:48.023" v="115" actId="1076"/>
          <ac:spMkLst>
            <pc:docMk/>
            <pc:sldMk cId="411140879" sldId="264"/>
            <ac:spMk id="122" creationId="{CC577F12-BD0D-1062-6675-6DCDAD18706E}"/>
          </ac:spMkLst>
        </pc:spChg>
        <pc:spChg chg="mod">
          <ac:chgData name="황경하" userId="89f64ca3-534b-430b-acdd-e699c6ed959a" providerId="ADAL" clId="{2876A8CB-C35D-455B-A256-AB2AE2D4B55A}" dt="2026-03-02T11:00:48.023" v="115" actId="1076"/>
          <ac:spMkLst>
            <pc:docMk/>
            <pc:sldMk cId="411140879" sldId="264"/>
            <ac:spMk id="129" creationId="{C592ADA5-835A-B098-E3A6-31E072742DB2}"/>
          </ac:spMkLst>
        </pc:spChg>
        <pc:spChg chg="mod">
          <ac:chgData name="황경하" userId="89f64ca3-534b-430b-acdd-e699c6ed959a" providerId="ADAL" clId="{2876A8CB-C35D-455B-A256-AB2AE2D4B55A}" dt="2026-03-02T11:00:48.023" v="115" actId="1076"/>
          <ac:spMkLst>
            <pc:docMk/>
            <pc:sldMk cId="411140879" sldId="264"/>
            <ac:spMk id="132" creationId="{BB20FA0A-EE4A-1FB2-1A96-566E53FC48E6}"/>
          </ac:spMkLst>
        </pc:spChg>
        <pc:picChg chg="mod">
          <ac:chgData name="황경하" userId="89f64ca3-534b-430b-acdd-e699c6ed959a" providerId="ADAL" clId="{2876A8CB-C35D-455B-A256-AB2AE2D4B55A}" dt="2026-03-02T11:00:28.860" v="106" actId="1076"/>
          <ac:picMkLst>
            <pc:docMk/>
            <pc:sldMk cId="411140879" sldId="264"/>
            <ac:picMk id="85" creationId="{31000AEE-F3BC-086E-DD12-62D2A3CFA7A1}"/>
          </ac:picMkLst>
        </pc:picChg>
        <pc:picChg chg="mod">
          <ac:chgData name="황경하" userId="89f64ca3-534b-430b-acdd-e699c6ed959a" providerId="ADAL" clId="{2876A8CB-C35D-455B-A256-AB2AE2D4B55A}" dt="2026-03-02T11:00:28.860" v="106" actId="1076"/>
          <ac:picMkLst>
            <pc:docMk/>
            <pc:sldMk cId="411140879" sldId="264"/>
            <ac:picMk id="88" creationId="{48040C83-2CBA-88C3-CCA8-7AF2192E78E6}"/>
          </ac:picMkLst>
        </pc:picChg>
        <pc:cxnChg chg="mod">
          <ac:chgData name="황경하" userId="89f64ca3-534b-430b-acdd-e699c6ed959a" providerId="ADAL" clId="{2876A8CB-C35D-455B-A256-AB2AE2D4B55A}" dt="2026-03-02T11:00:28.860" v="106" actId="1076"/>
          <ac:cxnSpMkLst>
            <pc:docMk/>
            <pc:sldMk cId="411140879" sldId="264"/>
            <ac:cxnSpMk id="97" creationId="{1801CC62-01BA-F5B1-379C-7520594CB9EB}"/>
          </ac:cxnSpMkLst>
        </pc:cxnChg>
      </pc:sldChg>
      <pc:sldChg chg="modSp mod">
        <pc:chgData name="황경하" userId="89f64ca3-534b-430b-acdd-e699c6ed959a" providerId="ADAL" clId="{2876A8CB-C35D-455B-A256-AB2AE2D4B55A}" dt="2026-03-02T11:00:58.338" v="117" actId="1076"/>
        <pc:sldMkLst>
          <pc:docMk/>
          <pc:sldMk cId="765450711" sldId="265"/>
        </pc:sldMkLst>
        <pc:picChg chg="mod">
          <ac:chgData name="황경하" userId="89f64ca3-534b-430b-acdd-e699c6ed959a" providerId="ADAL" clId="{2876A8CB-C35D-455B-A256-AB2AE2D4B55A}" dt="2026-03-02T11:00:58.338" v="117" actId="1076"/>
          <ac:picMkLst>
            <pc:docMk/>
            <pc:sldMk cId="765450711" sldId="265"/>
            <ac:picMk id="3" creationId="{1643EF01-1261-8BE8-BDC8-4DCAC5200213}"/>
          </ac:picMkLst>
        </pc:picChg>
      </pc:sldChg>
      <pc:sldChg chg="del">
        <pc:chgData name="황경하" userId="89f64ca3-534b-430b-acdd-e699c6ed959a" providerId="ADAL" clId="{2876A8CB-C35D-455B-A256-AB2AE2D4B55A}" dt="2026-03-02T10:56:10.720" v="1" actId="47"/>
        <pc:sldMkLst>
          <pc:docMk/>
          <pc:sldMk cId="2612463847" sldId="266"/>
        </pc:sldMkLst>
      </pc:sldChg>
      <pc:sldChg chg="addSp delSp modSp new mod">
        <pc:chgData name="황경하" userId="89f64ca3-534b-430b-acdd-e699c6ed959a" providerId="ADAL" clId="{2876A8CB-C35D-455B-A256-AB2AE2D4B55A}" dt="2026-03-02T11:06:58.080" v="230" actId="1076"/>
        <pc:sldMkLst>
          <pc:docMk/>
          <pc:sldMk cId="3032154889" sldId="266"/>
        </pc:sldMkLst>
        <pc:spChg chg="del">
          <ac:chgData name="황경하" userId="89f64ca3-534b-430b-acdd-e699c6ed959a" providerId="ADAL" clId="{2876A8CB-C35D-455B-A256-AB2AE2D4B55A}" dt="2026-03-02T11:06:48.978" v="226" actId="478"/>
          <ac:spMkLst>
            <pc:docMk/>
            <pc:sldMk cId="3032154889" sldId="266"/>
            <ac:spMk id="2" creationId="{0494D6CB-947A-4C44-B7A3-83191024B55B}"/>
          </ac:spMkLst>
        </pc:spChg>
        <pc:spChg chg="del">
          <ac:chgData name="황경하" userId="89f64ca3-534b-430b-acdd-e699c6ed959a" providerId="ADAL" clId="{2876A8CB-C35D-455B-A256-AB2AE2D4B55A}" dt="2026-03-02T11:06:48.978" v="226" actId="478"/>
          <ac:spMkLst>
            <pc:docMk/>
            <pc:sldMk cId="3032154889" sldId="266"/>
            <ac:spMk id="3" creationId="{93FAE971-0E7A-81C8-1F8C-DB9BF8DE006C}"/>
          </ac:spMkLst>
        </pc:spChg>
        <pc:spChg chg="add mod">
          <ac:chgData name="황경하" userId="89f64ca3-534b-430b-acdd-e699c6ed959a" providerId="ADAL" clId="{2876A8CB-C35D-455B-A256-AB2AE2D4B55A}" dt="2026-03-02T11:06:58.080" v="230" actId="1076"/>
          <ac:spMkLst>
            <pc:docMk/>
            <pc:sldMk cId="3032154889" sldId="266"/>
            <ac:spMk id="5" creationId="{BF6FBEB1-C771-8AEE-67AE-9076D11604DF}"/>
          </ac:spMkLst>
        </pc:spChg>
        <pc:spChg chg="mod">
          <ac:chgData name="황경하" userId="89f64ca3-534b-430b-acdd-e699c6ed959a" providerId="ADAL" clId="{2876A8CB-C35D-455B-A256-AB2AE2D4B55A}" dt="2026-03-02T11:06:49.188" v="227"/>
          <ac:spMkLst>
            <pc:docMk/>
            <pc:sldMk cId="3032154889" sldId="266"/>
            <ac:spMk id="8" creationId="{15BFDA9A-E044-90A8-19AD-2CDFFDA21B3B}"/>
          </ac:spMkLst>
        </pc:spChg>
        <pc:spChg chg="add mod">
          <ac:chgData name="황경하" userId="89f64ca3-534b-430b-acdd-e699c6ed959a" providerId="ADAL" clId="{2876A8CB-C35D-455B-A256-AB2AE2D4B55A}" dt="2026-03-02T11:06:58.080" v="230" actId="1076"/>
          <ac:spMkLst>
            <pc:docMk/>
            <pc:sldMk cId="3032154889" sldId="266"/>
            <ac:spMk id="11" creationId="{59CAFAF5-BAF6-ABA3-F6D8-7D36E3C58E13}"/>
          </ac:spMkLst>
        </pc:spChg>
        <pc:spChg chg="add mod">
          <ac:chgData name="황경하" userId="89f64ca3-534b-430b-acdd-e699c6ed959a" providerId="ADAL" clId="{2876A8CB-C35D-455B-A256-AB2AE2D4B55A}" dt="2026-03-02T11:06:58.080" v="230" actId="1076"/>
          <ac:spMkLst>
            <pc:docMk/>
            <pc:sldMk cId="3032154889" sldId="266"/>
            <ac:spMk id="12" creationId="{689E36B4-6C96-6486-B5AD-E6ADA2CA4942}"/>
          </ac:spMkLst>
        </pc:spChg>
        <pc:spChg chg="add mod">
          <ac:chgData name="황경하" userId="89f64ca3-534b-430b-acdd-e699c6ed959a" providerId="ADAL" clId="{2876A8CB-C35D-455B-A256-AB2AE2D4B55A}" dt="2026-03-02T11:06:58.080" v="230" actId="1076"/>
          <ac:spMkLst>
            <pc:docMk/>
            <pc:sldMk cId="3032154889" sldId="266"/>
            <ac:spMk id="13" creationId="{487FE46C-243A-2803-2C73-2E8A8942FB14}"/>
          </ac:spMkLst>
        </pc:spChg>
        <pc:spChg chg="add mod">
          <ac:chgData name="황경하" userId="89f64ca3-534b-430b-acdd-e699c6ed959a" providerId="ADAL" clId="{2876A8CB-C35D-455B-A256-AB2AE2D4B55A}" dt="2026-03-02T11:06:58.080" v="230" actId="1076"/>
          <ac:spMkLst>
            <pc:docMk/>
            <pc:sldMk cId="3032154889" sldId="266"/>
            <ac:spMk id="14" creationId="{59A3BE91-AAFB-283B-AC25-D91C91370ADD}"/>
          </ac:spMkLst>
        </pc:spChg>
        <pc:grpChg chg="mod">
          <ac:chgData name="황경하" userId="89f64ca3-534b-430b-acdd-e699c6ed959a" providerId="ADAL" clId="{2876A8CB-C35D-455B-A256-AB2AE2D4B55A}" dt="2026-03-02T11:06:58.080" v="230" actId="1076"/>
          <ac:grpSpMkLst>
            <pc:docMk/>
            <pc:sldMk cId="3032154889" sldId="266"/>
            <ac:grpSpMk id="6" creationId="{507EE7CF-F419-FE69-C89F-1767946A5C17}"/>
          </ac:grpSpMkLst>
        </pc:grpChg>
        <pc:picChg chg="add mod">
          <ac:chgData name="황경하" userId="89f64ca3-534b-430b-acdd-e699c6ed959a" providerId="ADAL" clId="{2876A8CB-C35D-455B-A256-AB2AE2D4B55A}" dt="2026-03-02T11:06:58.080" v="230" actId="1076"/>
          <ac:picMkLst>
            <pc:docMk/>
            <pc:sldMk cId="3032154889" sldId="266"/>
            <ac:picMk id="4" creationId="{B8938451-236A-7C60-6964-8F587BDEFC26}"/>
          </ac:picMkLst>
        </pc:picChg>
        <pc:picChg chg="mod">
          <ac:chgData name="황경하" userId="89f64ca3-534b-430b-acdd-e699c6ed959a" providerId="ADAL" clId="{2876A8CB-C35D-455B-A256-AB2AE2D4B55A}" dt="2026-03-02T11:06:49.188" v="227"/>
          <ac:picMkLst>
            <pc:docMk/>
            <pc:sldMk cId="3032154889" sldId="266"/>
            <ac:picMk id="7" creationId="{A885168B-88BE-3CC2-AC3C-DEB0D38D1DD5}"/>
          </ac:picMkLst>
        </pc:picChg>
        <pc:picChg chg="add mod">
          <ac:chgData name="황경하" userId="89f64ca3-534b-430b-acdd-e699c6ed959a" providerId="ADAL" clId="{2876A8CB-C35D-455B-A256-AB2AE2D4B55A}" dt="2026-03-02T11:06:58.080" v="230" actId="1076"/>
          <ac:picMkLst>
            <pc:docMk/>
            <pc:sldMk cId="3032154889" sldId="266"/>
            <ac:picMk id="9" creationId="{4B561EF5-3BFB-279D-E443-0338DB7DFB3D}"/>
          </ac:picMkLst>
        </pc:picChg>
        <pc:picChg chg="add mod">
          <ac:chgData name="황경하" userId="89f64ca3-534b-430b-acdd-e699c6ed959a" providerId="ADAL" clId="{2876A8CB-C35D-455B-A256-AB2AE2D4B55A}" dt="2026-03-02T11:06:58.080" v="230" actId="1076"/>
          <ac:picMkLst>
            <pc:docMk/>
            <pc:sldMk cId="3032154889" sldId="266"/>
            <ac:picMk id="10" creationId="{72777365-6654-9338-B137-E34AB2AE89CE}"/>
          </ac:picMkLst>
        </pc:picChg>
      </pc:sldChg>
      <pc:sldChg chg="addSp delSp modSp new del mod">
        <pc:chgData name="황경하" userId="89f64ca3-534b-430b-acdd-e699c6ed959a" providerId="ADAL" clId="{2876A8CB-C35D-455B-A256-AB2AE2D4B55A}" dt="2026-03-02T11:56:06.500" v="387" actId="47"/>
        <pc:sldMkLst>
          <pc:docMk/>
          <pc:sldMk cId="2579247021" sldId="267"/>
        </pc:sldMkLst>
        <pc:spChg chg="del">
          <ac:chgData name="황경하" userId="89f64ca3-534b-430b-acdd-e699c6ed959a" providerId="ADAL" clId="{2876A8CB-C35D-455B-A256-AB2AE2D4B55A}" dt="2026-03-02T11:07:39.738" v="232" actId="478"/>
          <ac:spMkLst>
            <pc:docMk/>
            <pc:sldMk cId="2579247021" sldId="267"/>
            <ac:spMk id="2" creationId="{EDB22F1F-138B-8F86-BA32-6D6E9CD9F324}"/>
          </ac:spMkLst>
        </pc:spChg>
        <pc:spChg chg="del">
          <ac:chgData name="황경하" userId="89f64ca3-534b-430b-acdd-e699c6ed959a" providerId="ADAL" clId="{2876A8CB-C35D-455B-A256-AB2AE2D4B55A}" dt="2026-03-02T11:07:39.738" v="232" actId="478"/>
          <ac:spMkLst>
            <pc:docMk/>
            <pc:sldMk cId="2579247021" sldId="267"/>
            <ac:spMk id="3" creationId="{62E8B6B2-21CA-BF06-B955-5F0C90423BE5}"/>
          </ac:spMkLst>
        </pc:spChg>
        <pc:picChg chg="add del mod">
          <ac:chgData name="황경하" userId="89f64ca3-534b-430b-acdd-e699c6ed959a" providerId="ADAL" clId="{2876A8CB-C35D-455B-A256-AB2AE2D4B55A}" dt="2026-03-02T11:07:47.958" v="239" actId="478"/>
          <ac:picMkLst>
            <pc:docMk/>
            <pc:sldMk cId="2579247021" sldId="267"/>
            <ac:picMk id="5" creationId="{0901760E-1796-48D9-7120-EC94A45A3454}"/>
          </ac:picMkLst>
        </pc:picChg>
        <pc:picChg chg="add del mod">
          <ac:chgData name="황경하" userId="89f64ca3-534b-430b-acdd-e699c6ed959a" providerId="ADAL" clId="{2876A8CB-C35D-455B-A256-AB2AE2D4B55A}" dt="2026-03-02T11:16:24.467" v="267" actId="478"/>
          <ac:picMkLst>
            <pc:docMk/>
            <pc:sldMk cId="2579247021" sldId="267"/>
            <ac:picMk id="7" creationId="{DB60A986-7724-BD60-0C82-125CEACFA705}"/>
          </ac:picMkLst>
        </pc:picChg>
        <pc:picChg chg="add del mod">
          <ac:chgData name="황경하" userId="89f64ca3-534b-430b-acdd-e699c6ed959a" providerId="ADAL" clId="{2876A8CB-C35D-455B-A256-AB2AE2D4B55A}" dt="2026-03-02T11:13:00.035" v="252" actId="478"/>
          <ac:picMkLst>
            <pc:docMk/>
            <pc:sldMk cId="2579247021" sldId="267"/>
            <ac:picMk id="9" creationId="{F18DD4FD-8E91-7772-1976-6C73FB324A11}"/>
          </ac:picMkLst>
        </pc:picChg>
        <pc:picChg chg="add del mod">
          <ac:chgData name="황경하" userId="89f64ca3-534b-430b-acdd-e699c6ed959a" providerId="ADAL" clId="{2876A8CB-C35D-455B-A256-AB2AE2D4B55A}" dt="2026-03-02T11:53:42.958" v="383" actId="21"/>
          <ac:picMkLst>
            <pc:docMk/>
            <pc:sldMk cId="2579247021" sldId="267"/>
            <ac:picMk id="11" creationId="{45DE8CC5-9D6E-405C-4DE2-CEC89D9E6FC8}"/>
          </ac:picMkLst>
        </pc:picChg>
        <pc:picChg chg="add del mod">
          <ac:chgData name="황경하" userId="89f64ca3-534b-430b-acdd-e699c6ed959a" providerId="ADAL" clId="{2876A8CB-C35D-455B-A256-AB2AE2D4B55A}" dt="2026-03-02T11:53:42.958" v="383" actId="21"/>
          <ac:picMkLst>
            <pc:docMk/>
            <pc:sldMk cId="2579247021" sldId="267"/>
            <ac:picMk id="13" creationId="{1D87C2CA-4919-04A9-D6D8-7E8C1EA62809}"/>
          </ac:picMkLst>
        </pc:picChg>
        <pc:picChg chg="add mod">
          <ac:chgData name="황경하" userId="89f64ca3-534b-430b-acdd-e699c6ed959a" providerId="ADAL" clId="{2876A8CB-C35D-455B-A256-AB2AE2D4B55A}" dt="2026-03-02T11:53:47.168" v="386" actId="1076"/>
          <ac:picMkLst>
            <pc:docMk/>
            <pc:sldMk cId="2579247021" sldId="267"/>
            <ac:picMk id="15" creationId="{32D307ED-2C58-77D5-AA14-BFCF3182770D}"/>
          </ac:picMkLst>
        </pc:picChg>
      </pc:sldChg>
      <pc:sldChg chg="addSp delSp modSp new del mod">
        <pc:chgData name="황경하" userId="89f64ca3-534b-430b-acdd-e699c6ed959a" providerId="ADAL" clId="{2876A8CB-C35D-455B-A256-AB2AE2D4B55A}" dt="2026-03-02T11:56:06.500" v="387" actId="47"/>
        <pc:sldMkLst>
          <pc:docMk/>
          <pc:sldMk cId="2791567267" sldId="268"/>
        </pc:sldMkLst>
        <pc:spChg chg="del">
          <ac:chgData name="황경하" userId="89f64ca3-534b-430b-acdd-e699c6ed959a" providerId="ADAL" clId="{2876A8CB-C35D-455B-A256-AB2AE2D4B55A}" dt="2026-03-02T11:53:40.536" v="382" actId="478"/>
          <ac:spMkLst>
            <pc:docMk/>
            <pc:sldMk cId="2791567267" sldId="268"/>
            <ac:spMk id="2" creationId="{2981DB92-0F2E-A1A7-F115-EB1422AE6F53}"/>
          </ac:spMkLst>
        </pc:spChg>
        <pc:spChg chg="del">
          <ac:chgData name="황경하" userId="89f64ca3-534b-430b-acdd-e699c6ed959a" providerId="ADAL" clId="{2876A8CB-C35D-455B-A256-AB2AE2D4B55A}" dt="2026-03-02T11:53:40.536" v="382" actId="478"/>
          <ac:spMkLst>
            <pc:docMk/>
            <pc:sldMk cId="2791567267" sldId="268"/>
            <ac:spMk id="3" creationId="{C0F9FC2B-8725-70EE-CD5D-333B6B47DBDC}"/>
          </ac:spMkLst>
        </pc:spChg>
        <pc:picChg chg="add mod">
          <ac:chgData name="황경하" userId="89f64ca3-534b-430b-acdd-e699c6ed959a" providerId="ADAL" clId="{2876A8CB-C35D-455B-A256-AB2AE2D4B55A}" dt="2026-03-02T11:53:43.578" v="384"/>
          <ac:picMkLst>
            <pc:docMk/>
            <pc:sldMk cId="2791567267" sldId="268"/>
            <ac:picMk id="11" creationId="{45DE8CC5-9D6E-405C-4DE2-CEC89D9E6FC8}"/>
          </ac:picMkLst>
        </pc:picChg>
        <pc:picChg chg="add mod">
          <ac:chgData name="황경하" userId="89f64ca3-534b-430b-acdd-e699c6ed959a" providerId="ADAL" clId="{2876A8CB-C35D-455B-A256-AB2AE2D4B55A}" dt="2026-03-02T11:53:43.578" v="384"/>
          <ac:picMkLst>
            <pc:docMk/>
            <pc:sldMk cId="2791567267" sldId="268"/>
            <ac:picMk id="13" creationId="{1D87C2CA-4919-04A9-D6D8-7E8C1EA62809}"/>
          </ac:picMkLst>
        </pc:picChg>
      </pc:sldChg>
      <pc:sldMasterChg chg="modSp modSldLayout">
        <pc:chgData name="황경하" userId="89f64ca3-534b-430b-acdd-e699c6ed959a" providerId="ADAL" clId="{2876A8CB-C35D-455B-A256-AB2AE2D4B55A}" dt="2026-03-02T10:56:35.957" v="2"/>
        <pc:sldMasterMkLst>
          <pc:docMk/>
          <pc:sldMasterMk cId="3172943525" sldId="2147483648"/>
        </pc:sldMasterMkLst>
        <pc:spChg chg="mod">
          <ac:chgData name="황경하" userId="89f64ca3-534b-430b-acdd-e699c6ed959a" providerId="ADAL" clId="{2876A8CB-C35D-455B-A256-AB2AE2D4B55A}" dt="2026-03-02T10:56:35.957" v="2"/>
          <ac:spMkLst>
            <pc:docMk/>
            <pc:sldMasterMk cId="3172943525" sldId="2147483648"/>
            <ac:spMk id="2" creationId="{8333F123-8398-DCE8-AB78-0884B8A2B0D4}"/>
          </ac:spMkLst>
        </pc:spChg>
        <pc:spChg chg="mod">
          <ac:chgData name="황경하" userId="89f64ca3-534b-430b-acdd-e699c6ed959a" providerId="ADAL" clId="{2876A8CB-C35D-455B-A256-AB2AE2D4B55A}" dt="2026-03-02T10:56:35.957" v="2"/>
          <ac:spMkLst>
            <pc:docMk/>
            <pc:sldMasterMk cId="3172943525" sldId="2147483648"/>
            <ac:spMk id="3" creationId="{E1A5D1ED-F10E-CD0E-D83C-934CEDF65738}"/>
          </ac:spMkLst>
        </pc:spChg>
        <pc:spChg chg="mod">
          <ac:chgData name="황경하" userId="89f64ca3-534b-430b-acdd-e699c6ed959a" providerId="ADAL" clId="{2876A8CB-C35D-455B-A256-AB2AE2D4B55A}" dt="2026-03-02T10:56:35.957" v="2"/>
          <ac:spMkLst>
            <pc:docMk/>
            <pc:sldMasterMk cId="3172943525" sldId="2147483648"/>
            <ac:spMk id="4" creationId="{F63435A8-93DD-1B58-5967-A4148EA40FCE}"/>
          </ac:spMkLst>
        </pc:spChg>
        <pc:spChg chg="mod">
          <ac:chgData name="황경하" userId="89f64ca3-534b-430b-acdd-e699c6ed959a" providerId="ADAL" clId="{2876A8CB-C35D-455B-A256-AB2AE2D4B55A}" dt="2026-03-02T10:56:35.957" v="2"/>
          <ac:spMkLst>
            <pc:docMk/>
            <pc:sldMasterMk cId="3172943525" sldId="2147483648"/>
            <ac:spMk id="5" creationId="{630DED69-4DED-7E3A-9AEC-E5B0DB3BF69C}"/>
          </ac:spMkLst>
        </pc:spChg>
        <pc:spChg chg="mod">
          <ac:chgData name="황경하" userId="89f64ca3-534b-430b-acdd-e699c6ed959a" providerId="ADAL" clId="{2876A8CB-C35D-455B-A256-AB2AE2D4B55A}" dt="2026-03-02T10:56:35.957" v="2"/>
          <ac:spMkLst>
            <pc:docMk/>
            <pc:sldMasterMk cId="3172943525" sldId="2147483648"/>
            <ac:spMk id="6" creationId="{7130C04F-DF9C-CA29-0029-D863694A84D5}"/>
          </ac:spMkLst>
        </pc:spChg>
        <pc:sldLayoutChg chg="modSp">
          <pc:chgData name="황경하" userId="89f64ca3-534b-430b-acdd-e699c6ed959a" providerId="ADAL" clId="{2876A8CB-C35D-455B-A256-AB2AE2D4B55A}" dt="2026-03-02T10:56:35.957" v="2"/>
          <pc:sldLayoutMkLst>
            <pc:docMk/>
            <pc:sldMasterMk cId="3172943525" sldId="2147483648"/>
            <pc:sldLayoutMk cId="3960039971" sldId="2147483649"/>
          </pc:sldLayoutMkLst>
          <pc:spChg chg="mod">
            <ac:chgData name="황경하" userId="89f64ca3-534b-430b-acdd-e699c6ed959a" providerId="ADAL" clId="{2876A8CB-C35D-455B-A256-AB2AE2D4B55A}" dt="2026-03-02T10:56:35.957" v="2"/>
            <ac:spMkLst>
              <pc:docMk/>
              <pc:sldMasterMk cId="3172943525" sldId="2147483648"/>
              <pc:sldLayoutMk cId="3960039971" sldId="2147483649"/>
              <ac:spMk id="2" creationId="{5EA7ED53-DF6E-000B-337E-2726AB65878A}"/>
            </ac:spMkLst>
          </pc:spChg>
          <pc:spChg chg="mod">
            <ac:chgData name="황경하" userId="89f64ca3-534b-430b-acdd-e699c6ed959a" providerId="ADAL" clId="{2876A8CB-C35D-455B-A256-AB2AE2D4B55A}" dt="2026-03-02T10:56:35.957" v="2"/>
            <ac:spMkLst>
              <pc:docMk/>
              <pc:sldMasterMk cId="3172943525" sldId="2147483648"/>
              <pc:sldLayoutMk cId="3960039971" sldId="2147483649"/>
              <ac:spMk id="3" creationId="{D6D52D67-465B-843D-4A37-56C0077C7562}"/>
            </ac:spMkLst>
          </pc:spChg>
        </pc:sldLayoutChg>
        <pc:sldLayoutChg chg="modSp">
          <pc:chgData name="황경하" userId="89f64ca3-534b-430b-acdd-e699c6ed959a" providerId="ADAL" clId="{2876A8CB-C35D-455B-A256-AB2AE2D4B55A}" dt="2026-03-02T10:56:35.957" v="2"/>
          <pc:sldLayoutMkLst>
            <pc:docMk/>
            <pc:sldMasterMk cId="3172943525" sldId="2147483648"/>
            <pc:sldLayoutMk cId="2621352959" sldId="2147483651"/>
          </pc:sldLayoutMkLst>
          <pc:spChg chg="mod">
            <ac:chgData name="황경하" userId="89f64ca3-534b-430b-acdd-e699c6ed959a" providerId="ADAL" clId="{2876A8CB-C35D-455B-A256-AB2AE2D4B55A}" dt="2026-03-02T10:56:35.957" v="2"/>
            <ac:spMkLst>
              <pc:docMk/>
              <pc:sldMasterMk cId="3172943525" sldId="2147483648"/>
              <pc:sldLayoutMk cId="2621352959" sldId="2147483651"/>
              <ac:spMk id="2" creationId="{7F4431C6-87E8-4693-6606-EEECC095C5BB}"/>
            </ac:spMkLst>
          </pc:spChg>
          <pc:spChg chg="mod">
            <ac:chgData name="황경하" userId="89f64ca3-534b-430b-acdd-e699c6ed959a" providerId="ADAL" clId="{2876A8CB-C35D-455B-A256-AB2AE2D4B55A}" dt="2026-03-02T10:56:35.957" v="2"/>
            <ac:spMkLst>
              <pc:docMk/>
              <pc:sldMasterMk cId="3172943525" sldId="2147483648"/>
              <pc:sldLayoutMk cId="2621352959" sldId="2147483651"/>
              <ac:spMk id="3" creationId="{0E040561-CEE9-95FC-2CB3-3DD2A1AA204F}"/>
            </ac:spMkLst>
          </pc:spChg>
        </pc:sldLayoutChg>
        <pc:sldLayoutChg chg="modSp">
          <pc:chgData name="황경하" userId="89f64ca3-534b-430b-acdd-e699c6ed959a" providerId="ADAL" clId="{2876A8CB-C35D-455B-A256-AB2AE2D4B55A}" dt="2026-03-02T10:56:35.957" v="2"/>
          <pc:sldLayoutMkLst>
            <pc:docMk/>
            <pc:sldMasterMk cId="3172943525" sldId="2147483648"/>
            <pc:sldLayoutMk cId="1517243219" sldId="2147483652"/>
          </pc:sldLayoutMkLst>
          <pc:spChg chg="mod">
            <ac:chgData name="황경하" userId="89f64ca3-534b-430b-acdd-e699c6ed959a" providerId="ADAL" clId="{2876A8CB-C35D-455B-A256-AB2AE2D4B55A}" dt="2026-03-02T10:56:35.957" v="2"/>
            <ac:spMkLst>
              <pc:docMk/>
              <pc:sldMasterMk cId="3172943525" sldId="2147483648"/>
              <pc:sldLayoutMk cId="1517243219" sldId="2147483652"/>
              <ac:spMk id="3" creationId="{4956B330-D5F4-CC32-6213-8BCC20BE474E}"/>
            </ac:spMkLst>
          </pc:spChg>
          <pc:spChg chg="mod">
            <ac:chgData name="황경하" userId="89f64ca3-534b-430b-acdd-e699c6ed959a" providerId="ADAL" clId="{2876A8CB-C35D-455B-A256-AB2AE2D4B55A}" dt="2026-03-02T10:56:35.957" v="2"/>
            <ac:spMkLst>
              <pc:docMk/>
              <pc:sldMasterMk cId="3172943525" sldId="2147483648"/>
              <pc:sldLayoutMk cId="1517243219" sldId="2147483652"/>
              <ac:spMk id="4" creationId="{CC5AB29B-A14D-8AAC-9C86-8BB59CC8CACF}"/>
            </ac:spMkLst>
          </pc:spChg>
        </pc:sldLayoutChg>
        <pc:sldLayoutChg chg="modSp">
          <pc:chgData name="황경하" userId="89f64ca3-534b-430b-acdd-e699c6ed959a" providerId="ADAL" clId="{2876A8CB-C35D-455B-A256-AB2AE2D4B55A}" dt="2026-03-02T10:56:35.957" v="2"/>
          <pc:sldLayoutMkLst>
            <pc:docMk/>
            <pc:sldMasterMk cId="3172943525" sldId="2147483648"/>
            <pc:sldLayoutMk cId="2275004809" sldId="2147483653"/>
          </pc:sldLayoutMkLst>
          <pc:spChg chg="mod">
            <ac:chgData name="황경하" userId="89f64ca3-534b-430b-acdd-e699c6ed959a" providerId="ADAL" clId="{2876A8CB-C35D-455B-A256-AB2AE2D4B55A}" dt="2026-03-02T10:56:35.957" v="2"/>
            <ac:spMkLst>
              <pc:docMk/>
              <pc:sldMasterMk cId="3172943525" sldId="2147483648"/>
              <pc:sldLayoutMk cId="2275004809" sldId="2147483653"/>
              <ac:spMk id="2" creationId="{561ED92D-EEF5-F2CF-24A4-833D5249E1F6}"/>
            </ac:spMkLst>
          </pc:spChg>
          <pc:spChg chg="mod">
            <ac:chgData name="황경하" userId="89f64ca3-534b-430b-acdd-e699c6ed959a" providerId="ADAL" clId="{2876A8CB-C35D-455B-A256-AB2AE2D4B55A}" dt="2026-03-02T10:56:35.957" v="2"/>
            <ac:spMkLst>
              <pc:docMk/>
              <pc:sldMasterMk cId="3172943525" sldId="2147483648"/>
              <pc:sldLayoutMk cId="2275004809" sldId="2147483653"/>
              <ac:spMk id="3" creationId="{70499470-24A2-22B8-48FE-D4C7AC1C1532}"/>
            </ac:spMkLst>
          </pc:spChg>
          <pc:spChg chg="mod">
            <ac:chgData name="황경하" userId="89f64ca3-534b-430b-acdd-e699c6ed959a" providerId="ADAL" clId="{2876A8CB-C35D-455B-A256-AB2AE2D4B55A}" dt="2026-03-02T10:56:35.957" v="2"/>
            <ac:spMkLst>
              <pc:docMk/>
              <pc:sldMasterMk cId="3172943525" sldId="2147483648"/>
              <pc:sldLayoutMk cId="2275004809" sldId="2147483653"/>
              <ac:spMk id="4" creationId="{74922258-A513-10C5-C00A-9CF6BECF2D58}"/>
            </ac:spMkLst>
          </pc:spChg>
          <pc:spChg chg="mod">
            <ac:chgData name="황경하" userId="89f64ca3-534b-430b-acdd-e699c6ed959a" providerId="ADAL" clId="{2876A8CB-C35D-455B-A256-AB2AE2D4B55A}" dt="2026-03-02T10:56:35.957" v="2"/>
            <ac:spMkLst>
              <pc:docMk/>
              <pc:sldMasterMk cId="3172943525" sldId="2147483648"/>
              <pc:sldLayoutMk cId="2275004809" sldId="2147483653"/>
              <ac:spMk id="5" creationId="{91FC76DB-80DD-23B4-2F83-C0BE01119967}"/>
            </ac:spMkLst>
          </pc:spChg>
          <pc:spChg chg="mod">
            <ac:chgData name="황경하" userId="89f64ca3-534b-430b-acdd-e699c6ed959a" providerId="ADAL" clId="{2876A8CB-C35D-455B-A256-AB2AE2D4B55A}" dt="2026-03-02T10:56:35.957" v="2"/>
            <ac:spMkLst>
              <pc:docMk/>
              <pc:sldMasterMk cId="3172943525" sldId="2147483648"/>
              <pc:sldLayoutMk cId="2275004809" sldId="2147483653"/>
              <ac:spMk id="6" creationId="{9B7AE9A8-39B2-F005-0A70-DDF7D9A901B7}"/>
            </ac:spMkLst>
          </pc:spChg>
        </pc:sldLayoutChg>
        <pc:sldLayoutChg chg="modSp">
          <pc:chgData name="황경하" userId="89f64ca3-534b-430b-acdd-e699c6ed959a" providerId="ADAL" clId="{2876A8CB-C35D-455B-A256-AB2AE2D4B55A}" dt="2026-03-02T10:56:35.957" v="2"/>
          <pc:sldLayoutMkLst>
            <pc:docMk/>
            <pc:sldMasterMk cId="3172943525" sldId="2147483648"/>
            <pc:sldLayoutMk cId="2741444143" sldId="2147483656"/>
          </pc:sldLayoutMkLst>
          <pc:spChg chg="mod">
            <ac:chgData name="황경하" userId="89f64ca3-534b-430b-acdd-e699c6ed959a" providerId="ADAL" clId="{2876A8CB-C35D-455B-A256-AB2AE2D4B55A}" dt="2026-03-02T10:56:35.957" v="2"/>
            <ac:spMkLst>
              <pc:docMk/>
              <pc:sldMasterMk cId="3172943525" sldId="2147483648"/>
              <pc:sldLayoutMk cId="2741444143" sldId="2147483656"/>
              <ac:spMk id="2" creationId="{A73A2C99-2B6B-E62D-3423-C6B9A8546320}"/>
            </ac:spMkLst>
          </pc:spChg>
          <pc:spChg chg="mod">
            <ac:chgData name="황경하" userId="89f64ca3-534b-430b-acdd-e699c6ed959a" providerId="ADAL" clId="{2876A8CB-C35D-455B-A256-AB2AE2D4B55A}" dt="2026-03-02T10:56:35.957" v="2"/>
            <ac:spMkLst>
              <pc:docMk/>
              <pc:sldMasterMk cId="3172943525" sldId="2147483648"/>
              <pc:sldLayoutMk cId="2741444143" sldId="2147483656"/>
              <ac:spMk id="3" creationId="{8A18ACC9-78AD-BA83-CF6F-08DEB8831BE8}"/>
            </ac:spMkLst>
          </pc:spChg>
          <pc:spChg chg="mod">
            <ac:chgData name="황경하" userId="89f64ca3-534b-430b-acdd-e699c6ed959a" providerId="ADAL" clId="{2876A8CB-C35D-455B-A256-AB2AE2D4B55A}" dt="2026-03-02T10:56:35.957" v="2"/>
            <ac:spMkLst>
              <pc:docMk/>
              <pc:sldMasterMk cId="3172943525" sldId="2147483648"/>
              <pc:sldLayoutMk cId="2741444143" sldId="2147483656"/>
              <ac:spMk id="4" creationId="{90D9DDEE-E8A2-12E6-B024-8B092DA09AB2}"/>
            </ac:spMkLst>
          </pc:spChg>
        </pc:sldLayoutChg>
        <pc:sldLayoutChg chg="modSp">
          <pc:chgData name="황경하" userId="89f64ca3-534b-430b-acdd-e699c6ed959a" providerId="ADAL" clId="{2876A8CB-C35D-455B-A256-AB2AE2D4B55A}" dt="2026-03-02T10:56:35.957" v="2"/>
          <pc:sldLayoutMkLst>
            <pc:docMk/>
            <pc:sldMasterMk cId="3172943525" sldId="2147483648"/>
            <pc:sldLayoutMk cId="3223006604" sldId="2147483657"/>
          </pc:sldLayoutMkLst>
          <pc:spChg chg="mod">
            <ac:chgData name="황경하" userId="89f64ca3-534b-430b-acdd-e699c6ed959a" providerId="ADAL" clId="{2876A8CB-C35D-455B-A256-AB2AE2D4B55A}" dt="2026-03-02T10:56:35.957" v="2"/>
            <ac:spMkLst>
              <pc:docMk/>
              <pc:sldMasterMk cId="3172943525" sldId="2147483648"/>
              <pc:sldLayoutMk cId="3223006604" sldId="2147483657"/>
              <ac:spMk id="2" creationId="{D3E78AA3-9570-5411-3242-E0B1742A5902}"/>
            </ac:spMkLst>
          </pc:spChg>
          <pc:spChg chg="mod">
            <ac:chgData name="황경하" userId="89f64ca3-534b-430b-acdd-e699c6ed959a" providerId="ADAL" clId="{2876A8CB-C35D-455B-A256-AB2AE2D4B55A}" dt="2026-03-02T10:56:35.957" v="2"/>
            <ac:spMkLst>
              <pc:docMk/>
              <pc:sldMasterMk cId="3172943525" sldId="2147483648"/>
              <pc:sldLayoutMk cId="3223006604" sldId="2147483657"/>
              <ac:spMk id="3" creationId="{37AF153D-DA6C-6EBD-E354-E7839B9A4DDF}"/>
            </ac:spMkLst>
          </pc:spChg>
          <pc:spChg chg="mod">
            <ac:chgData name="황경하" userId="89f64ca3-534b-430b-acdd-e699c6ed959a" providerId="ADAL" clId="{2876A8CB-C35D-455B-A256-AB2AE2D4B55A}" dt="2026-03-02T10:56:35.957" v="2"/>
            <ac:spMkLst>
              <pc:docMk/>
              <pc:sldMasterMk cId="3172943525" sldId="2147483648"/>
              <pc:sldLayoutMk cId="3223006604" sldId="2147483657"/>
              <ac:spMk id="4" creationId="{A6E70AE5-AAD5-5973-F7E2-02F216819030}"/>
            </ac:spMkLst>
          </pc:spChg>
        </pc:sldLayoutChg>
        <pc:sldLayoutChg chg="modSp">
          <pc:chgData name="황경하" userId="89f64ca3-534b-430b-acdd-e699c6ed959a" providerId="ADAL" clId="{2876A8CB-C35D-455B-A256-AB2AE2D4B55A}" dt="2026-03-02T10:56:35.957" v="2"/>
          <pc:sldLayoutMkLst>
            <pc:docMk/>
            <pc:sldMasterMk cId="3172943525" sldId="2147483648"/>
            <pc:sldLayoutMk cId="1240830161" sldId="2147483659"/>
          </pc:sldLayoutMkLst>
          <pc:spChg chg="mod">
            <ac:chgData name="황경하" userId="89f64ca3-534b-430b-acdd-e699c6ed959a" providerId="ADAL" clId="{2876A8CB-C35D-455B-A256-AB2AE2D4B55A}" dt="2026-03-02T10:56:35.957" v="2"/>
            <ac:spMkLst>
              <pc:docMk/>
              <pc:sldMasterMk cId="3172943525" sldId="2147483648"/>
              <pc:sldLayoutMk cId="1240830161" sldId="2147483659"/>
              <ac:spMk id="2" creationId="{99267AAD-C2B5-6BA3-F0B0-BB4D3432D259}"/>
            </ac:spMkLst>
          </pc:spChg>
          <pc:spChg chg="mod">
            <ac:chgData name="황경하" userId="89f64ca3-534b-430b-acdd-e699c6ed959a" providerId="ADAL" clId="{2876A8CB-C35D-455B-A256-AB2AE2D4B55A}" dt="2026-03-02T10:56:35.957" v="2"/>
            <ac:spMkLst>
              <pc:docMk/>
              <pc:sldMasterMk cId="3172943525" sldId="2147483648"/>
              <pc:sldLayoutMk cId="1240830161" sldId="2147483659"/>
              <ac:spMk id="3" creationId="{56644468-B208-BAFE-E8EE-2EDD8645F8D7}"/>
            </ac:spMkLst>
          </pc:spChg>
        </pc:sldLayoutChg>
      </pc:sldMaster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Gain</c:v>
                </c:pt>
              </c:strCache>
            </c:strRef>
          </c:tx>
          <c:spPr>
            <a:solidFill>
              <a:srgbClr val="00B050"/>
            </a:solidFill>
            <a:ln w="15875">
              <a:solidFill>
                <a:schemeClr val="tx1"/>
              </a:solidFill>
            </a:ln>
            <a:effectLst/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lang="en-US" altLang="ko-KR"/>
                      <a:t>-1.28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separator>, </c:separator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3AFF-48D6-906E-228F162B0FAE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altLang="ko-KR"/>
                      <a:t>+1.03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separator>, </c:separator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3AFF-48D6-906E-228F162B0FAE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altLang="ko-KR"/>
                      <a:t>+2.55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separator>, </c:separator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3AFF-48D6-906E-228F162B0FAE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altLang="ko-KR"/>
                      <a:t>+3.06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separator>, </c:separator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3AFF-48D6-906E-228F162B0FAE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altLang="ko-KR"/>
                      <a:t>+3.80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separator>, </c:separator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3AFF-48D6-906E-228F162B0FAE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en-US" altLang="ko-KR"/>
                      <a:t>+4.51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separator>, </c:separator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3AFF-48D6-906E-228F162B0FAE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r>
                      <a:rPr lang="en-US" altLang="ko-KR"/>
                      <a:t>+4.69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separator>, </c:separator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3AFF-48D6-906E-228F162B0FAE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500" b="0" i="0" u="none" strike="noStrike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eparator>, </c:separator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Sheet1!$A$2:$A$8</c:f>
              <c:strCache>
                <c:ptCount val="7"/>
                <c:pt idx="0">
                  <c:v>YOLO v8 X</c:v>
                </c:pt>
                <c:pt idx="1">
                  <c:v>YOLO v8 Large</c:v>
                </c:pt>
                <c:pt idx="2">
                  <c:v>YOLO v4</c:v>
                </c:pt>
                <c:pt idx="3">
                  <c:v>YOLO v2</c:v>
                </c:pt>
                <c:pt idx="4">
                  <c:v>YOLO v8 Small</c:v>
                </c:pt>
                <c:pt idx="5">
                  <c:v>YOLO v8 Medium</c:v>
                </c:pt>
                <c:pt idx="6">
                  <c:v>YOLO v5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-1.51</c:v>
                </c:pt>
                <c:pt idx="1">
                  <c:v>0.8</c:v>
                </c:pt>
                <c:pt idx="2">
                  <c:v>2.3199999999999998</c:v>
                </c:pt>
                <c:pt idx="3">
                  <c:v>2.83</c:v>
                </c:pt>
                <c:pt idx="4">
                  <c:v>3.57</c:v>
                </c:pt>
                <c:pt idx="5">
                  <c:v>4.28</c:v>
                </c:pt>
                <c:pt idx="6">
                  <c:v>4.46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0000"/>
                  </a:solidFill>
                  <a:ln w="15875">
                    <a:solidFill>
                      <a:schemeClr val="tx1"/>
                    </a:solidFill>
                  </a:ln>
                  <a:effectLst/>
                </c14:spPr>
              </c14:invertSolidFillFmt>
            </c:ext>
            <c:ext xmlns:c16="http://schemas.microsoft.com/office/drawing/2014/chart" uri="{C3380CC4-5D6E-409C-BE32-E72D297353CC}">
              <c16:uniqueId val="{00000007-3AFF-48D6-906E-228F162B0FA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0"/>
        <c:overlap val="10"/>
        <c:axId val="1459402623"/>
        <c:axId val="1459405503"/>
      </c:barChart>
      <c:catAx>
        <c:axId val="1459402623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noFill/>
                <a:latin typeface="+mn-lt"/>
                <a:ea typeface="+mn-ea"/>
                <a:cs typeface="+mn-cs"/>
              </a:defRPr>
            </a:pPr>
            <a:endParaRPr lang="ko-KR"/>
          </a:p>
        </c:txPr>
        <c:crossAx val="1459405503"/>
        <c:crosses val="autoZero"/>
        <c:auto val="1"/>
        <c:lblAlgn val="ctr"/>
        <c:lblOffset val="100"/>
        <c:noMultiLvlLbl val="0"/>
      </c:catAx>
      <c:valAx>
        <c:axId val="1459405503"/>
        <c:scaling>
          <c:orientation val="minMax"/>
          <c:max val="10"/>
          <c:min val="-10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r>
                  <a:rPr lang="en-US" altLang="ko-KR" sz="1800" b="0" i="0" u="none" strike="noStrike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Accuracy relative to Fair Baseline (         )</a:t>
                </a:r>
                <a:endParaRPr lang="ko-KR" altLang="en-US" sz="1800" b="0" i="0" u="none" strike="noStrike" kern="1200" baseline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600" b="0" i="0" u="none" strike="noStrike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pPr>
              <a:endParaRPr lang="ko-KR" altLang="en-US"/>
            </a:p>
          </c:txPr>
        </c:title>
        <c:numFmt formatCode="0.0;0.0;0.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ko-KR"/>
          </a:p>
        </c:txPr>
        <c:crossAx val="1459402623"/>
        <c:crosses val="autoZero"/>
        <c:crossBetween val="between"/>
        <c:minorUnit val="0.5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97B472-4798-4842-B4B1-6BCCE31188E7}" type="datetimeFigureOut">
              <a:rPr lang="ko-KR" altLang="en-US" smtClean="0"/>
              <a:t>2026-03-02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72009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F87C1C-9AF7-467C-A567-2A1B0A5DA0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29080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12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56" algn="l" defTabSz="914312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12" algn="l" defTabSz="914312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469" algn="l" defTabSz="914312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626" algn="l" defTabSz="914312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782" algn="l" defTabSz="914312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938" algn="l" defTabSz="914312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094" algn="l" defTabSz="914312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251" algn="l" defTabSz="914312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72009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Figure 1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F87C1C-9AF7-467C-A567-2A1B0A5DA0AB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97275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72009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Figure 2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F87C1C-9AF7-467C-A567-2A1B0A5DA0AB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14278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72009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Figure 7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F87C1C-9AF7-467C-A567-2A1B0A5DA0AB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70220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49997" y="1767462"/>
            <a:ext cx="18899981" cy="3759917"/>
          </a:xfrm>
        </p:spPr>
        <p:txBody>
          <a:bodyPr anchor="b"/>
          <a:lstStyle>
            <a:lvl1pPr algn="ctr">
              <a:defRPr sz="9449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149997" y="5672376"/>
            <a:ext cx="18899981" cy="2607442"/>
          </a:xfrm>
        </p:spPr>
        <p:txBody>
          <a:bodyPr/>
          <a:lstStyle>
            <a:lvl1pPr marL="0" indent="0" algn="ctr">
              <a:buNone/>
              <a:defRPr sz="3780"/>
            </a:lvl1pPr>
            <a:lvl2pPr marL="719999" indent="0" algn="ctr">
              <a:buNone/>
              <a:defRPr sz="3150"/>
            </a:lvl2pPr>
            <a:lvl3pPr marL="1439997" indent="0" algn="ctr">
              <a:buNone/>
              <a:defRPr sz="2835"/>
            </a:lvl3pPr>
            <a:lvl4pPr marL="2159996" indent="0" algn="ctr">
              <a:buNone/>
              <a:defRPr sz="2520"/>
            </a:lvl4pPr>
            <a:lvl5pPr marL="2879994" indent="0" algn="ctr">
              <a:buNone/>
              <a:defRPr sz="2520"/>
            </a:lvl5pPr>
            <a:lvl6pPr marL="3599993" indent="0" algn="ctr">
              <a:buNone/>
              <a:defRPr sz="2520"/>
            </a:lvl6pPr>
            <a:lvl7pPr marL="4319991" indent="0" algn="ctr">
              <a:buNone/>
              <a:defRPr sz="2520"/>
            </a:lvl7pPr>
            <a:lvl8pPr marL="5039990" indent="0" algn="ctr">
              <a:buNone/>
              <a:defRPr sz="2520"/>
            </a:lvl8pPr>
            <a:lvl9pPr marL="5759988" indent="0" algn="ctr">
              <a:buNone/>
              <a:defRPr sz="252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77B4FC-4CAA-4F72-BC88-191AB9EE6375}" type="datetimeFigureOut">
              <a:rPr lang="ko-KR" altLang="en-US" smtClean="0"/>
              <a:t>2026-03-02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007CB-5F30-4FCB-B85A-98A4C9B071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64160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77B4FC-4CAA-4F72-BC88-191AB9EE6375}" type="datetimeFigureOut">
              <a:rPr lang="ko-KR" altLang="en-US" smtClean="0"/>
              <a:t>2026-03-02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007CB-5F30-4FCB-B85A-98A4C9B071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61302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19374" y="2692442"/>
            <a:ext cx="21734978" cy="4492401"/>
          </a:xfrm>
        </p:spPr>
        <p:txBody>
          <a:bodyPr anchor="b"/>
          <a:lstStyle>
            <a:lvl1pPr>
              <a:defRPr sz="9449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19374" y="7227343"/>
            <a:ext cx="21734978" cy="2362447"/>
          </a:xfrm>
        </p:spPr>
        <p:txBody>
          <a:bodyPr/>
          <a:lstStyle>
            <a:lvl1pPr marL="0" indent="0">
              <a:buNone/>
              <a:defRPr sz="3780">
                <a:solidFill>
                  <a:schemeClr val="tx1">
                    <a:tint val="82000"/>
                  </a:schemeClr>
                </a:solidFill>
              </a:defRPr>
            </a:lvl1pPr>
            <a:lvl2pPr marL="719999" indent="0">
              <a:buNone/>
              <a:defRPr sz="3150">
                <a:solidFill>
                  <a:schemeClr val="tx1">
                    <a:tint val="82000"/>
                  </a:schemeClr>
                </a:solidFill>
              </a:defRPr>
            </a:lvl2pPr>
            <a:lvl3pPr marL="1439997" indent="0">
              <a:buNone/>
              <a:defRPr sz="2835">
                <a:solidFill>
                  <a:schemeClr val="tx1">
                    <a:tint val="82000"/>
                  </a:schemeClr>
                </a:solidFill>
              </a:defRPr>
            </a:lvl3pPr>
            <a:lvl4pPr marL="2159996" indent="0">
              <a:buNone/>
              <a:defRPr sz="2520">
                <a:solidFill>
                  <a:schemeClr val="tx1">
                    <a:tint val="82000"/>
                  </a:schemeClr>
                </a:solidFill>
              </a:defRPr>
            </a:lvl4pPr>
            <a:lvl5pPr marL="2879994" indent="0">
              <a:buNone/>
              <a:defRPr sz="2520">
                <a:solidFill>
                  <a:schemeClr val="tx1">
                    <a:tint val="82000"/>
                  </a:schemeClr>
                </a:solidFill>
              </a:defRPr>
            </a:lvl5pPr>
            <a:lvl6pPr marL="3599993" indent="0">
              <a:buNone/>
              <a:defRPr sz="2520">
                <a:solidFill>
                  <a:schemeClr val="tx1">
                    <a:tint val="82000"/>
                  </a:schemeClr>
                </a:solidFill>
              </a:defRPr>
            </a:lvl6pPr>
            <a:lvl7pPr marL="4319991" indent="0">
              <a:buNone/>
              <a:defRPr sz="2520">
                <a:solidFill>
                  <a:schemeClr val="tx1">
                    <a:tint val="82000"/>
                  </a:schemeClr>
                </a:solidFill>
              </a:defRPr>
            </a:lvl7pPr>
            <a:lvl8pPr marL="5039990" indent="0">
              <a:buNone/>
              <a:defRPr sz="2520">
                <a:solidFill>
                  <a:schemeClr val="tx1">
                    <a:tint val="82000"/>
                  </a:schemeClr>
                </a:solidFill>
              </a:defRPr>
            </a:lvl8pPr>
            <a:lvl9pPr marL="5759988" indent="0">
              <a:buNone/>
              <a:defRPr sz="252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77B4FC-4CAA-4F72-BC88-191AB9EE6375}" type="datetimeFigureOut">
              <a:rPr lang="ko-KR" altLang="en-US" smtClean="0"/>
              <a:t>2026-03-02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007CB-5F30-4FCB-B85A-98A4C9B071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86916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732498" y="2874937"/>
            <a:ext cx="10709989" cy="685235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757488" y="2874937"/>
            <a:ext cx="10709989" cy="685235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77B4FC-4CAA-4F72-BC88-191AB9EE6375}" type="datetimeFigureOut">
              <a:rPr lang="ko-KR" altLang="en-US" smtClean="0"/>
              <a:t>2026-03-02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007CB-5F30-4FCB-B85A-98A4C9B071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04820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5781" y="574988"/>
            <a:ext cx="21734978" cy="208745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35781" y="2647443"/>
            <a:ext cx="10660770" cy="1297471"/>
          </a:xfrm>
        </p:spPr>
        <p:txBody>
          <a:bodyPr anchor="b"/>
          <a:lstStyle>
            <a:lvl1pPr marL="0" indent="0">
              <a:buNone/>
              <a:defRPr sz="3780" b="1"/>
            </a:lvl1pPr>
            <a:lvl2pPr marL="719999" indent="0">
              <a:buNone/>
              <a:defRPr sz="3150" b="1"/>
            </a:lvl2pPr>
            <a:lvl3pPr marL="1439997" indent="0">
              <a:buNone/>
              <a:defRPr sz="2835" b="1"/>
            </a:lvl3pPr>
            <a:lvl4pPr marL="2159996" indent="0">
              <a:buNone/>
              <a:defRPr sz="2520" b="1"/>
            </a:lvl4pPr>
            <a:lvl5pPr marL="2879994" indent="0">
              <a:buNone/>
              <a:defRPr sz="2520" b="1"/>
            </a:lvl5pPr>
            <a:lvl6pPr marL="3599993" indent="0">
              <a:buNone/>
              <a:defRPr sz="2520" b="1"/>
            </a:lvl6pPr>
            <a:lvl7pPr marL="4319991" indent="0">
              <a:buNone/>
              <a:defRPr sz="2520" b="1"/>
            </a:lvl7pPr>
            <a:lvl8pPr marL="5039990" indent="0">
              <a:buNone/>
              <a:defRPr sz="2520" b="1"/>
            </a:lvl8pPr>
            <a:lvl9pPr marL="5759988" indent="0">
              <a:buNone/>
              <a:defRPr sz="252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735781" y="3944914"/>
            <a:ext cx="10660770" cy="580237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2757487" y="2647443"/>
            <a:ext cx="10713272" cy="1297471"/>
          </a:xfrm>
        </p:spPr>
        <p:txBody>
          <a:bodyPr anchor="b"/>
          <a:lstStyle>
            <a:lvl1pPr marL="0" indent="0">
              <a:buNone/>
              <a:defRPr sz="3780" b="1"/>
            </a:lvl1pPr>
            <a:lvl2pPr marL="719999" indent="0">
              <a:buNone/>
              <a:defRPr sz="3150" b="1"/>
            </a:lvl2pPr>
            <a:lvl3pPr marL="1439997" indent="0">
              <a:buNone/>
              <a:defRPr sz="2835" b="1"/>
            </a:lvl3pPr>
            <a:lvl4pPr marL="2159996" indent="0">
              <a:buNone/>
              <a:defRPr sz="2520" b="1"/>
            </a:lvl4pPr>
            <a:lvl5pPr marL="2879994" indent="0">
              <a:buNone/>
              <a:defRPr sz="2520" b="1"/>
            </a:lvl5pPr>
            <a:lvl6pPr marL="3599993" indent="0">
              <a:buNone/>
              <a:defRPr sz="2520" b="1"/>
            </a:lvl6pPr>
            <a:lvl7pPr marL="4319991" indent="0">
              <a:buNone/>
              <a:defRPr sz="2520" b="1"/>
            </a:lvl7pPr>
            <a:lvl8pPr marL="5039990" indent="0">
              <a:buNone/>
              <a:defRPr sz="2520" b="1"/>
            </a:lvl8pPr>
            <a:lvl9pPr marL="5759988" indent="0">
              <a:buNone/>
              <a:defRPr sz="252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2757487" y="3944914"/>
            <a:ext cx="10713272" cy="580237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77B4FC-4CAA-4F72-BC88-191AB9EE6375}" type="datetimeFigureOut">
              <a:rPr lang="ko-KR" altLang="en-US" smtClean="0"/>
              <a:t>2026-03-02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007CB-5F30-4FCB-B85A-98A4C9B071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5125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77B4FC-4CAA-4F72-BC88-191AB9EE6375}" type="datetimeFigureOut">
              <a:rPr lang="ko-KR" altLang="en-US" smtClean="0"/>
              <a:t>2026-03-02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007CB-5F30-4FCB-B85A-98A4C9B071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46253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77B4FC-4CAA-4F72-BC88-191AB9EE6375}" type="datetimeFigureOut">
              <a:rPr lang="ko-KR" altLang="en-US" smtClean="0"/>
              <a:t>2026-03-02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007CB-5F30-4FCB-B85A-98A4C9B071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26993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5782" y="719984"/>
            <a:ext cx="8127647" cy="2519945"/>
          </a:xfrm>
        </p:spPr>
        <p:txBody>
          <a:bodyPr anchor="b"/>
          <a:lstStyle>
            <a:lvl1pPr>
              <a:defRPr sz="5039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13272" y="1554966"/>
            <a:ext cx="12757487" cy="7674832"/>
          </a:xfrm>
        </p:spPr>
        <p:txBody>
          <a:bodyPr/>
          <a:lstStyle>
            <a:lvl1pPr>
              <a:defRPr sz="5039"/>
            </a:lvl1pPr>
            <a:lvl2pPr>
              <a:defRPr sz="4409"/>
            </a:lvl2pPr>
            <a:lvl3pPr>
              <a:defRPr sz="3780"/>
            </a:lvl3pPr>
            <a:lvl4pPr>
              <a:defRPr sz="3150"/>
            </a:lvl4pPr>
            <a:lvl5pPr>
              <a:defRPr sz="3150"/>
            </a:lvl5pPr>
            <a:lvl6pPr>
              <a:defRPr sz="3150"/>
            </a:lvl6pPr>
            <a:lvl7pPr>
              <a:defRPr sz="3150"/>
            </a:lvl7pPr>
            <a:lvl8pPr>
              <a:defRPr sz="3150"/>
            </a:lvl8pPr>
            <a:lvl9pPr>
              <a:defRPr sz="31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35782" y="3239929"/>
            <a:ext cx="8127647" cy="6002369"/>
          </a:xfrm>
        </p:spPr>
        <p:txBody>
          <a:bodyPr/>
          <a:lstStyle>
            <a:lvl1pPr marL="0" indent="0">
              <a:buNone/>
              <a:defRPr sz="2520"/>
            </a:lvl1pPr>
            <a:lvl2pPr marL="719999" indent="0">
              <a:buNone/>
              <a:defRPr sz="2205"/>
            </a:lvl2pPr>
            <a:lvl3pPr marL="1439997" indent="0">
              <a:buNone/>
              <a:defRPr sz="1890"/>
            </a:lvl3pPr>
            <a:lvl4pPr marL="2159996" indent="0">
              <a:buNone/>
              <a:defRPr sz="1575"/>
            </a:lvl4pPr>
            <a:lvl5pPr marL="2879994" indent="0">
              <a:buNone/>
              <a:defRPr sz="1575"/>
            </a:lvl5pPr>
            <a:lvl6pPr marL="3599993" indent="0">
              <a:buNone/>
              <a:defRPr sz="1575"/>
            </a:lvl6pPr>
            <a:lvl7pPr marL="4319991" indent="0">
              <a:buNone/>
              <a:defRPr sz="1575"/>
            </a:lvl7pPr>
            <a:lvl8pPr marL="5039990" indent="0">
              <a:buNone/>
              <a:defRPr sz="1575"/>
            </a:lvl8pPr>
            <a:lvl9pPr marL="5759988" indent="0">
              <a:buNone/>
              <a:defRPr sz="157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77B4FC-4CAA-4F72-BC88-191AB9EE6375}" type="datetimeFigureOut">
              <a:rPr lang="ko-KR" altLang="en-US" smtClean="0"/>
              <a:t>2026-03-02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007CB-5F30-4FCB-B85A-98A4C9B071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88818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5782" y="719984"/>
            <a:ext cx="8127647" cy="2519945"/>
          </a:xfrm>
        </p:spPr>
        <p:txBody>
          <a:bodyPr anchor="b"/>
          <a:lstStyle>
            <a:lvl1pPr>
              <a:defRPr sz="5039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713272" y="1554966"/>
            <a:ext cx="12757487" cy="7674832"/>
          </a:xfrm>
        </p:spPr>
        <p:txBody>
          <a:bodyPr anchor="t"/>
          <a:lstStyle>
            <a:lvl1pPr marL="0" indent="0">
              <a:buNone/>
              <a:defRPr sz="5039"/>
            </a:lvl1pPr>
            <a:lvl2pPr marL="719999" indent="0">
              <a:buNone/>
              <a:defRPr sz="4409"/>
            </a:lvl2pPr>
            <a:lvl3pPr marL="1439997" indent="0">
              <a:buNone/>
              <a:defRPr sz="3780"/>
            </a:lvl3pPr>
            <a:lvl4pPr marL="2159996" indent="0">
              <a:buNone/>
              <a:defRPr sz="3150"/>
            </a:lvl4pPr>
            <a:lvl5pPr marL="2879994" indent="0">
              <a:buNone/>
              <a:defRPr sz="3150"/>
            </a:lvl5pPr>
            <a:lvl6pPr marL="3599993" indent="0">
              <a:buNone/>
              <a:defRPr sz="3150"/>
            </a:lvl6pPr>
            <a:lvl7pPr marL="4319991" indent="0">
              <a:buNone/>
              <a:defRPr sz="3150"/>
            </a:lvl7pPr>
            <a:lvl8pPr marL="5039990" indent="0">
              <a:buNone/>
              <a:defRPr sz="3150"/>
            </a:lvl8pPr>
            <a:lvl9pPr marL="5759988" indent="0">
              <a:buNone/>
              <a:defRPr sz="315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35782" y="3239929"/>
            <a:ext cx="8127647" cy="6002369"/>
          </a:xfrm>
        </p:spPr>
        <p:txBody>
          <a:bodyPr/>
          <a:lstStyle>
            <a:lvl1pPr marL="0" indent="0">
              <a:buNone/>
              <a:defRPr sz="2520"/>
            </a:lvl1pPr>
            <a:lvl2pPr marL="719999" indent="0">
              <a:buNone/>
              <a:defRPr sz="2205"/>
            </a:lvl2pPr>
            <a:lvl3pPr marL="1439997" indent="0">
              <a:buNone/>
              <a:defRPr sz="1890"/>
            </a:lvl3pPr>
            <a:lvl4pPr marL="2159996" indent="0">
              <a:buNone/>
              <a:defRPr sz="1575"/>
            </a:lvl4pPr>
            <a:lvl5pPr marL="2879994" indent="0">
              <a:buNone/>
              <a:defRPr sz="1575"/>
            </a:lvl5pPr>
            <a:lvl6pPr marL="3599993" indent="0">
              <a:buNone/>
              <a:defRPr sz="1575"/>
            </a:lvl6pPr>
            <a:lvl7pPr marL="4319991" indent="0">
              <a:buNone/>
              <a:defRPr sz="1575"/>
            </a:lvl7pPr>
            <a:lvl8pPr marL="5039990" indent="0">
              <a:buNone/>
              <a:defRPr sz="1575"/>
            </a:lvl8pPr>
            <a:lvl9pPr marL="5759988" indent="0">
              <a:buNone/>
              <a:defRPr sz="157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77B4FC-4CAA-4F72-BC88-191AB9EE6375}" type="datetimeFigureOut">
              <a:rPr lang="ko-KR" altLang="en-US" smtClean="0"/>
              <a:t>2026-03-02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007CB-5F30-4FCB-B85A-98A4C9B071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47029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77B4FC-4CAA-4F72-BC88-191AB9EE6375}" type="datetimeFigureOut">
              <a:rPr lang="ko-KR" altLang="en-US" smtClean="0"/>
              <a:t>2026-03-02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007CB-5F30-4FCB-B85A-98A4C9B071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84187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8033732" y="574987"/>
            <a:ext cx="5433745" cy="9152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732498" y="574987"/>
            <a:ext cx="15986234" cy="9152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77B4FC-4CAA-4F72-BC88-191AB9EE6375}" type="datetimeFigureOut">
              <a:rPr lang="ko-KR" altLang="en-US" smtClean="0"/>
              <a:t>2026-03-02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007CB-5F30-4FCB-B85A-98A4C9B071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09772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732499" y="574988"/>
            <a:ext cx="21734978" cy="20874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32499" y="2874937"/>
            <a:ext cx="21734978" cy="68523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732498" y="10009781"/>
            <a:ext cx="5669994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9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77B4FC-4CAA-4F72-BC88-191AB9EE6375}" type="datetimeFigureOut">
              <a:rPr lang="ko-KR" altLang="en-US" smtClean="0"/>
              <a:t>2026-03-02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347492" y="10009781"/>
            <a:ext cx="8504992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9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797483" y="10009781"/>
            <a:ext cx="5669994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9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F007CB-5F30-4FCB-B85A-98A4C9B071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86526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1439997" rtl="0" eaLnBrk="1" latinLnBrk="1" hangingPunct="1">
        <a:lnSpc>
          <a:spcPct val="90000"/>
        </a:lnSpc>
        <a:spcBef>
          <a:spcPct val="0"/>
        </a:spcBef>
        <a:buNone/>
        <a:defRPr sz="692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59999" indent="-359999" algn="l" defTabSz="1439997" rtl="0" eaLnBrk="1" latinLnBrk="1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4409" kern="1200">
          <a:solidFill>
            <a:schemeClr val="tx1"/>
          </a:solidFill>
          <a:latin typeface="+mn-lt"/>
          <a:ea typeface="+mn-ea"/>
          <a:cs typeface="+mn-cs"/>
        </a:defRPr>
      </a:lvl1pPr>
      <a:lvl2pPr marL="1079998" indent="-359999" algn="l" defTabSz="1439997" rtl="0" eaLnBrk="1" latinLnBrk="1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2pPr>
      <a:lvl3pPr marL="1799996" indent="-359999" algn="l" defTabSz="1439997" rtl="0" eaLnBrk="1" latinLnBrk="1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3150" kern="1200">
          <a:solidFill>
            <a:schemeClr val="tx1"/>
          </a:solidFill>
          <a:latin typeface="+mn-lt"/>
          <a:ea typeface="+mn-ea"/>
          <a:cs typeface="+mn-cs"/>
        </a:defRPr>
      </a:lvl3pPr>
      <a:lvl4pPr marL="2519995" indent="-359999" algn="l" defTabSz="1439997" rtl="0" eaLnBrk="1" latinLnBrk="1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4pPr>
      <a:lvl5pPr marL="3239994" indent="-359999" algn="l" defTabSz="1439997" rtl="0" eaLnBrk="1" latinLnBrk="1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5pPr>
      <a:lvl6pPr marL="3959992" indent="-359999" algn="l" defTabSz="1439997" rtl="0" eaLnBrk="1" latinLnBrk="1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6pPr>
      <a:lvl7pPr marL="4679991" indent="-359999" algn="l" defTabSz="1439997" rtl="0" eaLnBrk="1" latinLnBrk="1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7pPr>
      <a:lvl8pPr marL="5399989" indent="-359999" algn="l" defTabSz="1439997" rtl="0" eaLnBrk="1" latinLnBrk="1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8pPr>
      <a:lvl9pPr marL="6119988" indent="-359999" algn="l" defTabSz="1439997" rtl="0" eaLnBrk="1" latinLnBrk="1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439997" rtl="0" eaLnBrk="1" latinLnBrk="1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1pPr>
      <a:lvl2pPr marL="719999" algn="l" defTabSz="1439997" rtl="0" eaLnBrk="1" latinLnBrk="1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2pPr>
      <a:lvl3pPr marL="1439997" algn="l" defTabSz="1439997" rtl="0" eaLnBrk="1" latinLnBrk="1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3pPr>
      <a:lvl4pPr marL="2159996" algn="l" defTabSz="1439997" rtl="0" eaLnBrk="1" latinLnBrk="1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4pPr>
      <a:lvl5pPr marL="2879994" algn="l" defTabSz="1439997" rtl="0" eaLnBrk="1" latinLnBrk="1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5pPr>
      <a:lvl6pPr marL="3599993" algn="l" defTabSz="1439997" rtl="0" eaLnBrk="1" latinLnBrk="1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6pPr>
      <a:lvl7pPr marL="4319991" algn="l" defTabSz="1439997" rtl="0" eaLnBrk="1" latinLnBrk="1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7pPr>
      <a:lvl8pPr marL="5039990" algn="l" defTabSz="1439997" rtl="0" eaLnBrk="1" latinLnBrk="1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8pPr>
      <a:lvl9pPr marL="5759988" algn="l" defTabSz="1439997" rtl="0" eaLnBrk="1" latinLnBrk="1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g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jp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0.png"/><Relationship Id="rId18" Type="http://schemas.openxmlformats.org/officeDocument/2006/relationships/image" Target="../media/image25.png"/><Relationship Id="rId26" Type="http://schemas.openxmlformats.org/officeDocument/2006/relationships/image" Target="../media/image33.png"/><Relationship Id="rId3" Type="http://schemas.openxmlformats.org/officeDocument/2006/relationships/image" Target="../media/image10.png"/><Relationship Id="rId21" Type="http://schemas.openxmlformats.org/officeDocument/2006/relationships/image" Target="../media/image28.png"/><Relationship Id="rId34" Type="http://schemas.openxmlformats.org/officeDocument/2006/relationships/image" Target="../media/image41.png"/><Relationship Id="rId7" Type="http://schemas.openxmlformats.org/officeDocument/2006/relationships/image" Target="../media/image14.png"/><Relationship Id="rId12" Type="http://schemas.openxmlformats.org/officeDocument/2006/relationships/image" Target="../media/image19.png"/><Relationship Id="rId17" Type="http://schemas.openxmlformats.org/officeDocument/2006/relationships/image" Target="../media/image24.png"/><Relationship Id="rId25" Type="http://schemas.openxmlformats.org/officeDocument/2006/relationships/image" Target="../media/image32.png"/><Relationship Id="rId33" Type="http://schemas.openxmlformats.org/officeDocument/2006/relationships/image" Target="../media/image40.png"/><Relationship Id="rId2" Type="http://schemas.openxmlformats.org/officeDocument/2006/relationships/image" Target="../media/image9.png"/><Relationship Id="rId16" Type="http://schemas.openxmlformats.org/officeDocument/2006/relationships/image" Target="../media/image23.png"/><Relationship Id="rId20" Type="http://schemas.openxmlformats.org/officeDocument/2006/relationships/image" Target="../media/image27.png"/><Relationship Id="rId29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24" Type="http://schemas.openxmlformats.org/officeDocument/2006/relationships/image" Target="../media/image31.png"/><Relationship Id="rId32" Type="http://schemas.openxmlformats.org/officeDocument/2006/relationships/image" Target="../media/image39.png"/><Relationship Id="rId5" Type="http://schemas.openxmlformats.org/officeDocument/2006/relationships/image" Target="../media/image12.png"/><Relationship Id="rId15" Type="http://schemas.openxmlformats.org/officeDocument/2006/relationships/image" Target="../media/image22.png"/><Relationship Id="rId23" Type="http://schemas.openxmlformats.org/officeDocument/2006/relationships/image" Target="../media/image30.png"/><Relationship Id="rId28" Type="http://schemas.openxmlformats.org/officeDocument/2006/relationships/image" Target="../media/image35.png"/><Relationship Id="rId10" Type="http://schemas.openxmlformats.org/officeDocument/2006/relationships/image" Target="../media/image17.png"/><Relationship Id="rId19" Type="http://schemas.openxmlformats.org/officeDocument/2006/relationships/image" Target="../media/image26.png"/><Relationship Id="rId31" Type="http://schemas.openxmlformats.org/officeDocument/2006/relationships/image" Target="../media/image38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Relationship Id="rId14" Type="http://schemas.openxmlformats.org/officeDocument/2006/relationships/image" Target="../media/image21.png"/><Relationship Id="rId22" Type="http://schemas.openxmlformats.org/officeDocument/2006/relationships/image" Target="../media/image29.png"/><Relationship Id="rId27" Type="http://schemas.openxmlformats.org/officeDocument/2006/relationships/image" Target="../media/image34.png"/><Relationship Id="rId30" Type="http://schemas.openxmlformats.org/officeDocument/2006/relationships/image" Target="../media/image37.png"/><Relationship Id="rId8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43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jpg"/><Relationship Id="rId4" Type="http://schemas.openxmlformats.org/officeDocument/2006/relationships/image" Target="../media/image4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7" Type="http://schemas.openxmlformats.org/officeDocument/2006/relationships/image" Target="../media/image49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jp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jpg"/><Relationship Id="rId2" Type="http://schemas.openxmlformats.org/officeDocument/2006/relationships/image" Target="../media/image50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3.jpg"/><Relationship Id="rId4" Type="http://schemas.openxmlformats.org/officeDocument/2006/relationships/image" Target="../media/image52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그림 20" descr="거울, 투명 소재, 투명, 유리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5C3DF90-7AD7-788C-BF24-6F6610B666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9331" y="4974729"/>
            <a:ext cx="1825200" cy="1831584"/>
          </a:xfrm>
          <a:prstGeom prst="rect">
            <a:avLst/>
          </a:prstGeom>
        </p:spPr>
      </p:pic>
      <p:pic>
        <p:nvPicPr>
          <p:cNvPr id="23" name="그림 22" descr="창문, 투명 소재, 자전거, 야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DA76929-4D92-B3D9-B441-228B7317936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93222" y="4973844"/>
            <a:ext cx="1825200" cy="1831584"/>
          </a:xfrm>
          <a:prstGeom prst="rect">
            <a:avLst/>
          </a:prstGeom>
        </p:spPr>
      </p:pic>
      <p:pic>
        <p:nvPicPr>
          <p:cNvPr id="29" name="그림 28" descr="자동차, 자동차 부품, 자동차 외장, 육상 차량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DA72604-8408-00CB-2275-68810AF6B4E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9331" y="3150031"/>
            <a:ext cx="1825200" cy="1831584"/>
          </a:xfrm>
          <a:prstGeom prst="rect">
            <a:avLst/>
          </a:prstGeom>
        </p:spPr>
      </p:pic>
      <p:pic>
        <p:nvPicPr>
          <p:cNvPr id="31" name="그림 30" descr="투명 소재, 투명, 유리, 실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586A509-D6D7-6306-3C07-23FB715F96C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93222" y="3149664"/>
            <a:ext cx="1825200" cy="1831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07862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사람, 곤충, 무척추 동물, 실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8938451-236A-7C60-6964-8F587BDEFC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28349" y="3408057"/>
            <a:ext cx="1825200" cy="1825200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BF6FBEB1-C771-8AEE-67AE-9076D11604DF}"/>
              </a:ext>
            </a:extLst>
          </p:cNvPr>
          <p:cNvSpPr/>
          <p:nvPr/>
        </p:nvSpPr>
        <p:spPr>
          <a:xfrm>
            <a:off x="10999478" y="3995526"/>
            <a:ext cx="433381" cy="639898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507EE7CF-F419-FE69-C89F-1767946A5C17}"/>
              </a:ext>
            </a:extLst>
          </p:cNvPr>
          <p:cNvGrpSpPr/>
          <p:nvPr/>
        </p:nvGrpSpPr>
        <p:grpSpPr>
          <a:xfrm>
            <a:off x="12254824" y="3408192"/>
            <a:ext cx="1824180" cy="1824180"/>
            <a:chOff x="5433614" y="874713"/>
            <a:chExt cx="1824180" cy="1824180"/>
          </a:xfrm>
        </p:grpSpPr>
        <p:pic>
          <p:nvPicPr>
            <p:cNvPr id="7" name="그림 6" descr="다채로움, 노랑, 스크린샷, 그래픽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A885168B-88BE-3CC2-AC3C-DEB0D38D1DD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33614" y="874713"/>
              <a:ext cx="1824180" cy="1824180"/>
            </a:xfrm>
            <a:prstGeom prst="rect">
              <a:avLst/>
            </a:prstGeom>
          </p:spPr>
        </p:pic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15BFDA9A-E044-90A8-19AD-2CDFFDA21B3B}"/>
                </a:ext>
              </a:extLst>
            </p:cNvPr>
            <p:cNvSpPr/>
            <p:nvPr/>
          </p:nvSpPr>
          <p:spPr>
            <a:xfrm>
              <a:off x="5985148" y="1466854"/>
              <a:ext cx="433381" cy="639898"/>
            </a:xfrm>
            <a:prstGeom prst="rect">
              <a:avLst/>
            </a:pr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9" name="그림 8" descr="실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B561EF5-3BFB-279D-E443-0338DB7DFB3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28349" y="5233122"/>
            <a:ext cx="1825200" cy="1825200"/>
          </a:xfrm>
          <a:prstGeom prst="rect">
            <a:avLst/>
          </a:prstGeom>
        </p:spPr>
      </p:pic>
      <p:pic>
        <p:nvPicPr>
          <p:cNvPr id="10" name="그림 9" descr="다채로움, 스크린샷, 노랑, 프랙탈 아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2777365-6654-9338-B137-E34AB2AE89C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53924" y="5232849"/>
            <a:ext cx="1825200" cy="1825200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59CAFAF5-BAF6-ABA3-F6D8-7D36E3C58E13}"/>
              </a:ext>
            </a:extLst>
          </p:cNvPr>
          <p:cNvSpPr/>
          <p:nvPr/>
        </p:nvSpPr>
        <p:spPr>
          <a:xfrm>
            <a:off x="11305580" y="5964384"/>
            <a:ext cx="250950" cy="45339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689E36B4-6C96-6486-B5AD-E6ADA2CA4942}"/>
              </a:ext>
            </a:extLst>
          </p:cNvPr>
          <p:cNvSpPr/>
          <p:nvPr/>
        </p:nvSpPr>
        <p:spPr>
          <a:xfrm>
            <a:off x="13110824" y="5964384"/>
            <a:ext cx="250950" cy="45339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87FE46C-243A-2803-2C73-2E8A8942FB14}"/>
              </a:ext>
            </a:extLst>
          </p:cNvPr>
          <p:cNvSpPr txBox="1"/>
          <p:nvPr/>
        </p:nvSpPr>
        <p:spPr>
          <a:xfrm>
            <a:off x="10431148" y="7062509"/>
            <a:ext cx="182367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500">
                <a:latin typeface="Times New Roman" panose="02020603050405020304" pitchFamily="18" charset="0"/>
                <a:cs typeface="Times New Roman" panose="02020603050405020304" pitchFamily="18" charset="0"/>
              </a:rPr>
              <a:t>(a) Input Image</a:t>
            </a:r>
            <a:endParaRPr lang="ko-KR" altLang="en-US" sz="15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9A3BE91-AAFB-283B-AC25-D91C91370ADD}"/>
              </a:ext>
            </a:extLst>
          </p:cNvPr>
          <p:cNvSpPr txBox="1"/>
          <p:nvPr/>
        </p:nvSpPr>
        <p:spPr>
          <a:xfrm>
            <a:off x="12254819" y="7062509"/>
            <a:ext cx="182367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500">
                <a:latin typeface="Times New Roman" panose="02020603050405020304" pitchFamily="18" charset="0"/>
                <a:cs typeface="Times New Roman" panose="02020603050405020304" pitchFamily="18" charset="0"/>
              </a:rPr>
              <a:t>(b) Grad-CAM</a:t>
            </a:r>
            <a:endParaRPr lang="ko-KR" altLang="en-US" sz="15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21548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원통형 2">
            <a:extLst>
              <a:ext uri="{FF2B5EF4-FFF2-40B4-BE49-F238E27FC236}">
                <a16:creationId xmlns:a16="http://schemas.microsoft.com/office/drawing/2014/main" id="{622AB56D-92EF-9A4C-246A-B89D6C03CDEE}"/>
              </a:ext>
            </a:extLst>
          </p:cNvPr>
          <p:cNvSpPr/>
          <p:nvPr/>
        </p:nvSpPr>
        <p:spPr>
          <a:xfrm>
            <a:off x="11456939" y="8171276"/>
            <a:ext cx="1420476" cy="345452"/>
          </a:xfrm>
          <a:prstGeom prst="can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3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valid</a:t>
            </a:r>
            <a:endParaRPr lang="ko-KR" altLang="en-US" sz="23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원통형 3">
            <a:extLst>
              <a:ext uri="{FF2B5EF4-FFF2-40B4-BE49-F238E27FC236}">
                <a16:creationId xmlns:a16="http://schemas.microsoft.com/office/drawing/2014/main" id="{F46E243D-285E-5519-00BC-27072503DC37}"/>
              </a:ext>
            </a:extLst>
          </p:cNvPr>
          <p:cNvSpPr/>
          <p:nvPr/>
        </p:nvSpPr>
        <p:spPr>
          <a:xfrm>
            <a:off x="11456944" y="7914951"/>
            <a:ext cx="1418185" cy="345452"/>
          </a:xfrm>
          <a:prstGeom prst="can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3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</a:t>
            </a:r>
            <a:endParaRPr lang="ko-KR" altLang="en-US" sz="23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787EB7-8F32-5595-5348-E6AE328F2B99}"/>
              </a:ext>
            </a:extLst>
          </p:cNvPr>
          <p:cNvSpPr txBox="1"/>
          <p:nvPr/>
        </p:nvSpPr>
        <p:spPr>
          <a:xfrm>
            <a:off x="3929933" y="1175603"/>
            <a:ext cx="68404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Phase I: Sequential Preprocessing Pipeline</a:t>
            </a:r>
            <a:endParaRPr lang="ko-KR" altLang="en-US" sz="2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6214AA9A-BD86-C16F-5B29-85C584565005}"/>
              </a:ext>
            </a:extLst>
          </p:cNvPr>
          <p:cNvSpPr/>
          <p:nvPr/>
        </p:nvSpPr>
        <p:spPr>
          <a:xfrm>
            <a:off x="7757993" y="2885685"/>
            <a:ext cx="2528711" cy="4492227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AE5FCC4A-48C1-02E2-5966-77E88C0A9776}"/>
              </a:ext>
            </a:extLst>
          </p:cNvPr>
          <p:cNvSpPr/>
          <p:nvPr/>
        </p:nvSpPr>
        <p:spPr>
          <a:xfrm>
            <a:off x="8077732" y="6662525"/>
            <a:ext cx="1889241" cy="544689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3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ROI Crop</a:t>
            </a:r>
            <a:endParaRPr lang="ko-KR" altLang="en-US" sz="2300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8C26CDD6-B06C-5FB1-FCE3-B3F4EC6FE29F}"/>
              </a:ext>
            </a:extLst>
          </p:cNvPr>
          <p:cNvSpPr/>
          <p:nvPr/>
        </p:nvSpPr>
        <p:spPr>
          <a:xfrm>
            <a:off x="8077732" y="5489183"/>
            <a:ext cx="1889241" cy="544689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3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Predict</a:t>
            </a:r>
            <a:endParaRPr lang="ko-KR" altLang="en-US" sz="2300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A431758F-4410-E9C8-D983-F1EFFB9B635F}"/>
              </a:ext>
            </a:extLst>
          </p:cNvPr>
          <p:cNvSpPr/>
          <p:nvPr/>
        </p:nvSpPr>
        <p:spPr>
          <a:xfrm>
            <a:off x="8077732" y="4315841"/>
            <a:ext cx="1889241" cy="544689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3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Evaluate</a:t>
            </a:r>
            <a:endParaRPr lang="ko-KR" altLang="en-US" sz="2300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1F60A040-E697-6B67-B3B9-179984A86B2C}"/>
              </a:ext>
            </a:extLst>
          </p:cNvPr>
          <p:cNvSpPr/>
          <p:nvPr/>
        </p:nvSpPr>
        <p:spPr>
          <a:xfrm>
            <a:off x="8077733" y="3152384"/>
            <a:ext cx="1889241" cy="544689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3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Training</a:t>
            </a:r>
            <a:endParaRPr lang="ko-KR" altLang="en-US" sz="2300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1B8D0B6-8530-019D-CF8C-7226F22B2049}"/>
              </a:ext>
            </a:extLst>
          </p:cNvPr>
          <p:cNvSpPr/>
          <p:nvPr/>
        </p:nvSpPr>
        <p:spPr>
          <a:xfrm>
            <a:off x="7989584" y="7561724"/>
            <a:ext cx="2065520" cy="46284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3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YOLO Crop</a:t>
            </a:r>
            <a:endParaRPr lang="ko-KR" altLang="en-US" sz="2300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93E02D89-CF2A-7BA3-3DF6-F4193012BA5D}"/>
              </a:ext>
            </a:extLst>
          </p:cNvPr>
          <p:cNvSpPr/>
          <p:nvPr/>
        </p:nvSpPr>
        <p:spPr>
          <a:xfrm>
            <a:off x="4768274" y="2877128"/>
            <a:ext cx="2528711" cy="4492227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ECB468CE-6230-6C2C-91B0-E6D2DCE67EBA}"/>
              </a:ext>
            </a:extLst>
          </p:cNvPr>
          <p:cNvSpPr/>
          <p:nvPr/>
        </p:nvSpPr>
        <p:spPr>
          <a:xfrm>
            <a:off x="5088013" y="6653968"/>
            <a:ext cx="1889241" cy="544689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3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Evaluate</a:t>
            </a:r>
            <a:endParaRPr lang="ko-KR" altLang="en-US" sz="2300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7F6364C1-1938-2232-CF60-0DCB549AAE85}"/>
              </a:ext>
            </a:extLst>
          </p:cNvPr>
          <p:cNvSpPr/>
          <p:nvPr/>
        </p:nvSpPr>
        <p:spPr>
          <a:xfrm>
            <a:off x="5088013" y="5480626"/>
            <a:ext cx="1889241" cy="544689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3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Restore</a:t>
            </a:r>
            <a:endParaRPr lang="ko-KR" altLang="en-US" sz="2300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9B175AB3-1B46-F10E-0AA1-0BD2BE6DC47A}"/>
              </a:ext>
            </a:extLst>
          </p:cNvPr>
          <p:cNvSpPr/>
          <p:nvPr/>
        </p:nvSpPr>
        <p:spPr>
          <a:xfrm>
            <a:off x="5088013" y="4307284"/>
            <a:ext cx="1889241" cy="544689"/>
          </a:xfrm>
          <a:prstGeom prst="roundRect">
            <a:avLst/>
          </a:prstGeom>
          <a:solidFill>
            <a:srgbClr val="157AC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3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 AI</a:t>
            </a:r>
            <a:endParaRPr lang="ko-KR" altLang="en-US" sz="2300" b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BDD40997-9C5C-5DA6-AC6C-EA13A006D2A5}"/>
              </a:ext>
            </a:extLst>
          </p:cNvPr>
          <p:cNvSpPr/>
          <p:nvPr/>
        </p:nvSpPr>
        <p:spPr>
          <a:xfrm>
            <a:off x="5088014" y="3143827"/>
            <a:ext cx="1889241" cy="544689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3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Padding</a:t>
            </a:r>
            <a:endParaRPr lang="ko-KR" altLang="en-US" sz="2300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CC12EA12-060A-2D64-615D-604BD9E30EDE}"/>
              </a:ext>
            </a:extLst>
          </p:cNvPr>
          <p:cNvSpPr/>
          <p:nvPr/>
        </p:nvSpPr>
        <p:spPr>
          <a:xfrm>
            <a:off x="4999867" y="7553169"/>
            <a:ext cx="2065520" cy="46284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3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GAC</a:t>
            </a:r>
            <a:endParaRPr lang="ko-KR" altLang="en-US" sz="2300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B1BEAB16-963E-6C13-5854-F1659BAB11AD}"/>
              </a:ext>
            </a:extLst>
          </p:cNvPr>
          <p:cNvSpPr/>
          <p:nvPr/>
        </p:nvSpPr>
        <p:spPr>
          <a:xfrm>
            <a:off x="5076709" y="1935153"/>
            <a:ext cx="4890263" cy="544689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3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 Image</a:t>
            </a:r>
            <a:endParaRPr lang="ko-KR" altLang="en-US" sz="2300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785E3A12-155B-17B3-BE12-625EFD14D73E}"/>
              </a:ext>
            </a:extLst>
          </p:cNvPr>
          <p:cNvCxnSpPr>
            <a:stCxn id="16" idx="2"/>
            <a:endCxn id="15" idx="0"/>
          </p:cNvCxnSpPr>
          <p:nvPr/>
        </p:nvCxnSpPr>
        <p:spPr>
          <a:xfrm flipH="1">
            <a:off x="6032634" y="3688513"/>
            <a:ext cx="1" cy="61876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1B1AA25A-9582-BB3C-0C87-E6803579FF1B}"/>
              </a:ext>
            </a:extLst>
          </p:cNvPr>
          <p:cNvCxnSpPr>
            <a:stCxn id="15" idx="2"/>
            <a:endCxn id="14" idx="0"/>
          </p:cNvCxnSpPr>
          <p:nvPr/>
        </p:nvCxnSpPr>
        <p:spPr>
          <a:xfrm>
            <a:off x="6032632" y="4851973"/>
            <a:ext cx="0" cy="6286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57ED3E60-8E84-03FB-930B-E781589C4407}"/>
              </a:ext>
            </a:extLst>
          </p:cNvPr>
          <p:cNvCxnSpPr>
            <a:stCxn id="14" idx="2"/>
            <a:endCxn id="13" idx="0"/>
          </p:cNvCxnSpPr>
          <p:nvPr/>
        </p:nvCxnSpPr>
        <p:spPr>
          <a:xfrm>
            <a:off x="6032632" y="6025315"/>
            <a:ext cx="0" cy="6286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9D72A079-7A59-A882-1A84-6F2DE8F2181B}"/>
              </a:ext>
            </a:extLst>
          </p:cNvPr>
          <p:cNvCxnSpPr>
            <a:stCxn id="10" idx="2"/>
            <a:endCxn id="9" idx="0"/>
          </p:cNvCxnSpPr>
          <p:nvPr/>
        </p:nvCxnSpPr>
        <p:spPr>
          <a:xfrm flipH="1">
            <a:off x="9022355" y="3697068"/>
            <a:ext cx="1" cy="61876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251852E2-458A-C5FA-0CAE-195EDD8FC328}"/>
              </a:ext>
            </a:extLst>
          </p:cNvPr>
          <p:cNvCxnSpPr>
            <a:stCxn id="9" idx="2"/>
            <a:endCxn id="8" idx="0"/>
          </p:cNvCxnSpPr>
          <p:nvPr/>
        </p:nvCxnSpPr>
        <p:spPr>
          <a:xfrm>
            <a:off x="9022349" y="4860531"/>
            <a:ext cx="0" cy="6286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6F290F05-1053-587A-7453-5CD9A6573C6F}"/>
              </a:ext>
            </a:extLst>
          </p:cNvPr>
          <p:cNvCxnSpPr>
            <a:stCxn id="8" idx="2"/>
            <a:endCxn id="7" idx="0"/>
          </p:cNvCxnSpPr>
          <p:nvPr/>
        </p:nvCxnSpPr>
        <p:spPr>
          <a:xfrm>
            <a:off x="9022349" y="6033872"/>
            <a:ext cx="0" cy="6286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AD33DD55-63BA-560F-313D-FE71C6A5EEA5}"/>
              </a:ext>
            </a:extLst>
          </p:cNvPr>
          <p:cNvSpPr txBox="1"/>
          <p:nvPr/>
        </p:nvSpPr>
        <p:spPr>
          <a:xfrm>
            <a:off x="15464041" y="3351537"/>
            <a:ext cx="1932276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300">
                <a:latin typeface="Times New Roman" panose="02020603050405020304" pitchFamily="18" charset="0"/>
                <a:cs typeface="Times New Roman" panose="02020603050405020304" pitchFamily="18" charset="0"/>
              </a:rPr>
              <a:t>GAC</a:t>
            </a:r>
            <a:endParaRPr lang="ko-KR" altLang="en-US" sz="23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BEAC197-86D9-3E8B-A00B-EA2B91F761FD}"/>
              </a:ext>
            </a:extLst>
          </p:cNvPr>
          <p:cNvSpPr txBox="1"/>
          <p:nvPr/>
        </p:nvSpPr>
        <p:spPr>
          <a:xfrm>
            <a:off x="13483452" y="3336737"/>
            <a:ext cx="200479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300">
                <a:latin typeface="Times New Roman" panose="02020603050405020304" pitchFamily="18" charset="0"/>
                <a:cs typeface="Times New Roman" panose="02020603050405020304" pitchFamily="18" charset="0"/>
              </a:rPr>
              <a:t>YOLO-Crop</a:t>
            </a:r>
            <a:endParaRPr lang="ko-KR" altLang="en-US" sz="23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9B22DE8-5541-2E64-E936-16CB7098248F}"/>
              </a:ext>
            </a:extLst>
          </p:cNvPr>
          <p:cNvSpPr txBox="1"/>
          <p:nvPr/>
        </p:nvSpPr>
        <p:spPr>
          <a:xfrm>
            <a:off x="11274660" y="3343095"/>
            <a:ext cx="2147624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300">
                <a:latin typeface="Times New Roman" panose="02020603050405020304" pitchFamily="18" charset="0"/>
                <a:cs typeface="Times New Roman" panose="02020603050405020304" pitchFamily="18" charset="0"/>
              </a:rPr>
              <a:t>Original</a:t>
            </a:r>
            <a:endParaRPr lang="ko-KR" altLang="en-US" sz="23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88E62F9-13F6-B260-E531-6FEB5CFA26C9}"/>
              </a:ext>
            </a:extLst>
          </p:cNvPr>
          <p:cNvSpPr txBox="1"/>
          <p:nvPr/>
        </p:nvSpPr>
        <p:spPr>
          <a:xfrm>
            <a:off x="17396317" y="3342627"/>
            <a:ext cx="2220480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300">
                <a:latin typeface="Times New Roman" panose="02020603050405020304" pitchFamily="18" charset="0"/>
                <a:cs typeface="Times New Roman" panose="02020603050405020304" pitchFamily="18" charset="0"/>
              </a:rPr>
              <a:t>Hybrid</a:t>
            </a:r>
            <a:endParaRPr lang="ko-KR" altLang="en-US" sz="23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0B0BEC1A-6C41-C9A1-2C8D-45E1431B3970}"/>
              </a:ext>
            </a:extLst>
          </p:cNvPr>
          <p:cNvSpPr/>
          <p:nvPr/>
        </p:nvSpPr>
        <p:spPr>
          <a:xfrm>
            <a:off x="11319470" y="2106200"/>
            <a:ext cx="8297333" cy="1704622"/>
          </a:xfrm>
          <a:prstGeom prst="rect">
            <a:avLst/>
          </a:prstGeom>
          <a:noFill/>
          <a:ln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4E2105B4-7F53-D7E2-E44B-010335FF6207}"/>
              </a:ext>
            </a:extLst>
          </p:cNvPr>
          <p:cNvCxnSpPr/>
          <p:nvPr/>
        </p:nvCxnSpPr>
        <p:spPr>
          <a:xfrm>
            <a:off x="13135999" y="5453365"/>
            <a:ext cx="49671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원통형 30">
            <a:extLst>
              <a:ext uri="{FF2B5EF4-FFF2-40B4-BE49-F238E27FC236}">
                <a16:creationId xmlns:a16="http://schemas.microsoft.com/office/drawing/2014/main" id="{00687617-A918-4058-FC28-30C48DE7A29F}"/>
              </a:ext>
            </a:extLst>
          </p:cNvPr>
          <p:cNvSpPr/>
          <p:nvPr/>
        </p:nvSpPr>
        <p:spPr>
          <a:xfrm>
            <a:off x="13919347" y="4623620"/>
            <a:ext cx="1286933" cy="657018"/>
          </a:xfrm>
          <a:prstGeom prst="can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3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</a:t>
            </a:r>
            <a:endParaRPr lang="ko-KR" altLang="en-US" sz="23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원통형 31">
            <a:extLst>
              <a:ext uri="{FF2B5EF4-FFF2-40B4-BE49-F238E27FC236}">
                <a16:creationId xmlns:a16="http://schemas.microsoft.com/office/drawing/2014/main" id="{57B13F7F-9161-F2AE-E71F-25049416265B}"/>
              </a:ext>
            </a:extLst>
          </p:cNvPr>
          <p:cNvSpPr/>
          <p:nvPr/>
        </p:nvSpPr>
        <p:spPr>
          <a:xfrm>
            <a:off x="13919346" y="5375453"/>
            <a:ext cx="1286933" cy="345452"/>
          </a:xfrm>
          <a:prstGeom prst="can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3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</a:t>
            </a:r>
            <a:endParaRPr lang="ko-KR" altLang="en-US" sz="23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원통형 32">
            <a:extLst>
              <a:ext uri="{FF2B5EF4-FFF2-40B4-BE49-F238E27FC236}">
                <a16:creationId xmlns:a16="http://schemas.microsoft.com/office/drawing/2014/main" id="{13BAB539-2CEC-0C56-6844-0332BA611DB0}"/>
              </a:ext>
            </a:extLst>
          </p:cNvPr>
          <p:cNvSpPr/>
          <p:nvPr/>
        </p:nvSpPr>
        <p:spPr>
          <a:xfrm>
            <a:off x="13919345" y="5867664"/>
            <a:ext cx="1286933" cy="345452"/>
          </a:xfrm>
          <a:prstGeom prst="can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3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valid</a:t>
            </a:r>
            <a:endParaRPr lang="ko-KR" altLang="en-US" sz="23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E3E0D0A-BC7C-8241-0C4E-FD380147D41D}"/>
              </a:ext>
            </a:extLst>
          </p:cNvPr>
          <p:cNvSpPr txBox="1"/>
          <p:nvPr/>
        </p:nvSpPr>
        <p:spPr>
          <a:xfrm>
            <a:off x="12678805" y="4927093"/>
            <a:ext cx="1411109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300">
                <a:latin typeface="Times New Roman" panose="02020603050405020304" pitchFamily="18" charset="0"/>
                <a:cs typeface="Times New Roman" panose="02020603050405020304" pitchFamily="18" charset="0"/>
              </a:rPr>
              <a:t>Split</a:t>
            </a:r>
            <a:endParaRPr lang="ko-KR" altLang="en-US" sz="23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9CF4B136-8FF0-1EA3-223F-1CDF57C0AED3}"/>
              </a:ext>
            </a:extLst>
          </p:cNvPr>
          <p:cNvCxnSpPr/>
          <p:nvPr/>
        </p:nvCxnSpPr>
        <p:spPr>
          <a:xfrm>
            <a:off x="15591325" y="5493443"/>
            <a:ext cx="49671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96F3680A-C326-B774-C4F3-9FCD2E7B3CCD}"/>
              </a:ext>
            </a:extLst>
          </p:cNvPr>
          <p:cNvSpPr txBox="1"/>
          <p:nvPr/>
        </p:nvSpPr>
        <p:spPr>
          <a:xfrm>
            <a:off x="15148890" y="4935911"/>
            <a:ext cx="1411109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300">
                <a:latin typeface="Times New Roman" panose="02020603050405020304" pitchFamily="18" charset="0"/>
                <a:cs typeface="Times New Roman" panose="02020603050405020304" pitchFamily="18" charset="0"/>
              </a:rPr>
              <a:t>Augment</a:t>
            </a:r>
            <a:endParaRPr lang="ko-KR" altLang="en-US" sz="23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원통형 36">
            <a:extLst>
              <a:ext uri="{FF2B5EF4-FFF2-40B4-BE49-F238E27FC236}">
                <a16:creationId xmlns:a16="http://schemas.microsoft.com/office/drawing/2014/main" id="{D498A26D-D6EC-849D-1F39-4DDBDEE58DFA}"/>
              </a:ext>
            </a:extLst>
          </p:cNvPr>
          <p:cNvSpPr/>
          <p:nvPr/>
        </p:nvSpPr>
        <p:spPr>
          <a:xfrm>
            <a:off x="16477508" y="5149148"/>
            <a:ext cx="1286933" cy="657018"/>
          </a:xfrm>
          <a:prstGeom prst="can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3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</a:t>
            </a:r>
            <a:endParaRPr lang="ko-KR" altLang="en-US" sz="23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975D48B7-4B56-0C1F-9C14-D98B458FE89F}"/>
              </a:ext>
            </a:extLst>
          </p:cNvPr>
          <p:cNvCxnSpPr/>
          <p:nvPr/>
        </p:nvCxnSpPr>
        <p:spPr>
          <a:xfrm flipV="1">
            <a:off x="18026301" y="4896174"/>
            <a:ext cx="444677" cy="32850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B40AEDF3-8F67-1F3C-81FC-4C81B5C0D302}"/>
              </a:ext>
            </a:extLst>
          </p:cNvPr>
          <p:cNvCxnSpPr>
            <a:cxnSpLocks/>
          </p:cNvCxnSpPr>
          <p:nvPr/>
        </p:nvCxnSpPr>
        <p:spPr>
          <a:xfrm>
            <a:off x="18026295" y="5427397"/>
            <a:ext cx="53719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B2D9F2DB-7DC5-305A-06F5-80E9817212E0}"/>
              </a:ext>
            </a:extLst>
          </p:cNvPr>
          <p:cNvCxnSpPr>
            <a:cxnSpLocks/>
          </p:cNvCxnSpPr>
          <p:nvPr/>
        </p:nvCxnSpPr>
        <p:spPr>
          <a:xfrm>
            <a:off x="18026295" y="5668304"/>
            <a:ext cx="537194" cy="20838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5B0D3867-3C85-CD82-D083-1F7693F3CBC9}"/>
              </a:ext>
            </a:extLst>
          </p:cNvPr>
          <p:cNvSpPr/>
          <p:nvPr/>
        </p:nvSpPr>
        <p:spPr>
          <a:xfrm>
            <a:off x="18563495" y="4442998"/>
            <a:ext cx="880533" cy="45317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3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Aug1</a:t>
            </a:r>
            <a:endParaRPr lang="ko-KR" altLang="en-US" sz="23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3BDB54CD-DFDA-F466-BF6E-3CB07BA00184}"/>
              </a:ext>
            </a:extLst>
          </p:cNvPr>
          <p:cNvSpPr/>
          <p:nvPr/>
        </p:nvSpPr>
        <p:spPr>
          <a:xfrm>
            <a:off x="18590986" y="5176520"/>
            <a:ext cx="880533" cy="45317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3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Aug2</a:t>
            </a:r>
            <a:endParaRPr lang="ko-KR" altLang="en-US" sz="23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354F90DD-37F2-D7FC-A22E-95A695A9250A}"/>
              </a:ext>
            </a:extLst>
          </p:cNvPr>
          <p:cNvSpPr/>
          <p:nvPr/>
        </p:nvSpPr>
        <p:spPr>
          <a:xfrm>
            <a:off x="18590986" y="5986531"/>
            <a:ext cx="880533" cy="45317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3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Aug3</a:t>
            </a:r>
            <a:endParaRPr lang="ko-KR" altLang="en-US" sz="23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4C07D5D1-57E9-B0D2-5C4C-FC229ADEFD80}"/>
              </a:ext>
            </a:extLst>
          </p:cNvPr>
          <p:cNvSpPr/>
          <p:nvPr/>
        </p:nvSpPr>
        <p:spPr>
          <a:xfrm>
            <a:off x="11319470" y="4275381"/>
            <a:ext cx="8297333" cy="2335084"/>
          </a:xfrm>
          <a:prstGeom prst="rect">
            <a:avLst/>
          </a:prstGeom>
          <a:noFill/>
          <a:ln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EAE3B4CA-E3B1-11C3-EA6D-FAD5BC557544}"/>
              </a:ext>
            </a:extLst>
          </p:cNvPr>
          <p:cNvSpPr/>
          <p:nvPr/>
        </p:nvSpPr>
        <p:spPr>
          <a:xfrm>
            <a:off x="11319470" y="7060576"/>
            <a:ext cx="8297333" cy="1912712"/>
          </a:xfrm>
          <a:prstGeom prst="rect">
            <a:avLst/>
          </a:prstGeom>
          <a:noFill/>
          <a:ln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원통형 45">
            <a:extLst>
              <a:ext uri="{FF2B5EF4-FFF2-40B4-BE49-F238E27FC236}">
                <a16:creationId xmlns:a16="http://schemas.microsoft.com/office/drawing/2014/main" id="{BAD352F3-B08F-1F4E-5A59-E0272C136102}"/>
              </a:ext>
            </a:extLst>
          </p:cNvPr>
          <p:cNvSpPr/>
          <p:nvPr/>
        </p:nvSpPr>
        <p:spPr>
          <a:xfrm>
            <a:off x="11677379" y="2468445"/>
            <a:ext cx="1411111" cy="853200"/>
          </a:xfrm>
          <a:prstGeom prst="can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원통형 46">
            <a:extLst>
              <a:ext uri="{FF2B5EF4-FFF2-40B4-BE49-F238E27FC236}">
                <a16:creationId xmlns:a16="http://schemas.microsoft.com/office/drawing/2014/main" id="{6D64FB67-135D-68F8-8B68-AD5AEA25BA8F}"/>
              </a:ext>
            </a:extLst>
          </p:cNvPr>
          <p:cNvSpPr/>
          <p:nvPr/>
        </p:nvSpPr>
        <p:spPr>
          <a:xfrm>
            <a:off x="13733086" y="2482394"/>
            <a:ext cx="1411111" cy="853200"/>
          </a:xfrm>
          <a:prstGeom prst="can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원통형 47">
            <a:extLst>
              <a:ext uri="{FF2B5EF4-FFF2-40B4-BE49-F238E27FC236}">
                <a16:creationId xmlns:a16="http://schemas.microsoft.com/office/drawing/2014/main" id="{03D1AC1E-E945-E394-F2AA-863A8575127F}"/>
              </a:ext>
            </a:extLst>
          </p:cNvPr>
          <p:cNvSpPr/>
          <p:nvPr/>
        </p:nvSpPr>
        <p:spPr>
          <a:xfrm>
            <a:off x="15760453" y="2495124"/>
            <a:ext cx="1411111" cy="853200"/>
          </a:xfrm>
          <a:prstGeom prst="can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원통형 48">
            <a:extLst>
              <a:ext uri="{FF2B5EF4-FFF2-40B4-BE49-F238E27FC236}">
                <a16:creationId xmlns:a16="http://schemas.microsoft.com/office/drawing/2014/main" id="{47AAA8C8-2792-4416-CD82-F973C44DF015}"/>
              </a:ext>
            </a:extLst>
          </p:cNvPr>
          <p:cNvSpPr/>
          <p:nvPr/>
        </p:nvSpPr>
        <p:spPr>
          <a:xfrm>
            <a:off x="17806957" y="2451468"/>
            <a:ext cx="1411111" cy="853200"/>
          </a:xfrm>
          <a:prstGeom prst="can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원통형 49">
            <a:extLst>
              <a:ext uri="{FF2B5EF4-FFF2-40B4-BE49-F238E27FC236}">
                <a16:creationId xmlns:a16="http://schemas.microsoft.com/office/drawing/2014/main" id="{87F14C30-1778-C4D9-E8CE-C1A35FA07A17}"/>
              </a:ext>
            </a:extLst>
          </p:cNvPr>
          <p:cNvSpPr/>
          <p:nvPr/>
        </p:nvSpPr>
        <p:spPr>
          <a:xfrm>
            <a:off x="11470171" y="4952966"/>
            <a:ext cx="1411111" cy="853200"/>
          </a:xfrm>
          <a:prstGeom prst="can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02A270F-CB24-B311-9F52-98ACDBD1F582}"/>
              </a:ext>
            </a:extLst>
          </p:cNvPr>
          <p:cNvSpPr txBox="1"/>
          <p:nvPr/>
        </p:nvSpPr>
        <p:spPr>
          <a:xfrm>
            <a:off x="11475471" y="5806166"/>
            <a:ext cx="1411109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300">
                <a:latin typeface="Times New Roman" panose="02020603050405020304" pitchFamily="18" charset="0"/>
                <a:cs typeface="Times New Roman" panose="02020603050405020304" pitchFamily="18" charset="0"/>
              </a:rPr>
              <a:t>Dataset</a:t>
            </a:r>
            <a:endParaRPr lang="ko-KR" altLang="en-US" sz="23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2" name="직선 화살표 연결선 51">
            <a:extLst>
              <a:ext uri="{FF2B5EF4-FFF2-40B4-BE49-F238E27FC236}">
                <a16:creationId xmlns:a16="http://schemas.microsoft.com/office/drawing/2014/main" id="{533B8A9D-5D28-7E0C-6134-92B32DFF4F4B}"/>
              </a:ext>
            </a:extLst>
          </p:cNvPr>
          <p:cNvCxnSpPr/>
          <p:nvPr/>
        </p:nvCxnSpPr>
        <p:spPr>
          <a:xfrm>
            <a:off x="13176734" y="7854323"/>
            <a:ext cx="49671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5E0F127F-4B16-FAD1-0D5D-023F45AC7735}"/>
              </a:ext>
            </a:extLst>
          </p:cNvPr>
          <p:cNvSpPr txBox="1"/>
          <p:nvPr/>
        </p:nvSpPr>
        <p:spPr>
          <a:xfrm>
            <a:off x="12719540" y="7343291"/>
            <a:ext cx="1411109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300">
                <a:latin typeface="Times New Roman" panose="02020603050405020304" pitchFamily="18" charset="0"/>
                <a:cs typeface="Times New Roman" panose="02020603050405020304" pitchFamily="18" charset="0"/>
              </a:rPr>
              <a:t>Train</a:t>
            </a:r>
            <a:endParaRPr lang="ko-KR" altLang="en-US" sz="23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4" name="그룹 53">
            <a:extLst>
              <a:ext uri="{FF2B5EF4-FFF2-40B4-BE49-F238E27FC236}">
                <a16:creationId xmlns:a16="http://schemas.microsoft.com/office/drawing/2014/main" id="{B97BFC5A-52DF-670C-42D9-23510828C658}"/>
              </a:ext>
            </a:extLst>
          </p:cNvPr>
          <p:cNvGrpSpPr/>
          <p:nvPr/>
        </p:nvGrpSpPr>
        <p:grpSpPr>
          <a:xfrm>
            <a:off x="13913287" y="7296083"/>
            <a:ext cx="3982919" cy="1133729"/>
            <a:chOff x="5853112" y="5982933"/>
            <a:chExt cx="3982919" cy="1133729"/>
          </a:xfrm>
        </p:grpSpPr>
        <p:sp>
          <p:nvSpPr>
            <p:cNvPr id="55" name="직사각형 54">
              <a:extLst>
                <a:ext uri="{FF2B5EF4-FFF2-40B4-BE49-F238E27FC236}">
                  <a16:creationId xmlns:a16="http://schemas.microsoft.com/office/drawing/2014/main" id="{785A39CE-A4FB-488B-6D2A-44EF812CD480}"/>
                </a:ext>
              </a:extLst>
            </p:cNvPr>
            <p:cNvSpPr/>
            <p:nvPr/>
          </p:nvSpPr>
          <p:spPr>
            <a:xfrm>
              <a:off x="5853112" y="5997805"/>
              <a:ext cx="843280" cy="708718"/>
            </a:xfrm>
            <a:prstGeom prst="rect">
              <a:avLst/>
            </a:prstGeom>
            <a:solidFill>
              <a:srgbClr val="FFFFF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6" name="직사각형 55">
              <a:extLst>
                <a:ext uri="{FF2B5EF4-FFF2-40B4-BE49-F238E27FC236}">
                  <a16:creationId xmlns:a16="http://schemas.microsoft.com/office/drawing/2014/main" id="{40126DC1-853B-FB88-A87E-8AAA6544D3E9}"/>
                </a:ext>
              </a:extLst>
            </p:cNvPr>
            <p:cNvSpPr/>
            <p:nvPr/>
          </p:nvSpPr>
          <p:spPr>
            <a:xfrm>
              <a:off x="6005512" y="6150205"/>
              <a:ext cx="843280" cy="708718"/>
            </a:xfrm>
            <a:prstGeom prst="rect">
              <a:avLst/>
            </a:prstGeom>
            <a:solidFill>
              <a:srgbClr val="FFFFF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7" name="직사각형 56">
              <a:extLst>
                <a:ext uri="{FF2B5EF4-FFF2-40B4-BE49-F238E27FC236}">
                  <a16:creationId xmlns:a16="http://schemas.microsoft.com/office/drawing/2014/main" id="{3B998C6C-22F7-A92C-25D7-E53A03C6A8A8}"/>
                </a:ext>
              </a:extLst>
            </p:cNvPr>
            <p:cNvSpPr/>
            <p:nvPr/>
          </p:nvSpPr>
          <p:spPr>
            <a:xfrm>
              <a:off x="6157912" y="6302605"/>
              <a:ext cx="843280" cy="708718"/>
            </a:xfrm>
            <a:prstGeom prst="rect">
              <a:avLst/>
            </a:prstGeom>
            <a:solidFill>
              <a:srgbClr val="FFFFF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8" name="직사각형 57">
              <a:extLst>
                <a:ext uri="{FF2B5EF4-FFF2-40B4-BE49-F238E27FC236}">
                  <a16:creationId xmlns:a16="http://schemas.microsoft.com/office/drawing/2014/main" id="{415E602A-2DED-3B20-42CE-702F4EB592C8}"/>
                </a:ext>
              </a:extLst>
            </p:cNvPr>
            <p:cNvSpPr/>
            <p:nvPr/>
          </p:nvSpPr>
          <p:spPr>
            <a:xfrm>
              <a:off x="7635525" y="6157098"/>
              <a:ext cx="436880" cy="357549"/>
            </a:xfrm>
            <a:prstGeom prst="rect">
              <a:avLst/>
            </a:prstGeom>
            <a:solidFill>
              <a:srgbClr val="FFFFF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9" name="직사각형 58">
              <a:extLst>
                <a:ext uri="{FF2B5EF4-FFF2-40B4-BE49-F238E27FC236}">
                  <a16:creationId xmlns:a16="http://schemas.microsoft.com/office/drawing/2014/main" id="{0361DC52-8661-6C3F-1E11-DAC1293FE21D}"/>
                </a:ext>
              </a:extLst>
            </p:cNvPr>
            <p:cNvSpPr/>
            <p:nvPr/>
          </p:nvSpPr>
          <p:spPr>
            <a:xfrm>
              <a:off x="7787925" y="6309498"/>
              <a:ext cx="436880" cy="357549"/>
            </a:xfrm>
            <a:prstGeom prst="rect">
              <a:avLst/>
            </a:prstGeom>
            <a:solidFill>
              <a:srgbClr val="FFFFF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0" name="직사각형 59">
              <a:extLst>
                <a:ext uri="{FF2B5EF4-FFF2-40B4-BE49-F238E27FC236}">
                  <a16:creationId xmlns:a16="http://schemas.microsoft.com/office/drawing/2014/main" id="{0D7DCE48-DAE1-0975-6777-2F42D6743DD6}"/>
                </a:ext>
              </a:extLst>
            </p:cNvPr>
            <p:cNvSpPr/>
            <p:nvPr/>
          </p:nvSpPr>
          <p:spPr>
            <a:xfrm>
              <a:off x="7940325" y="6461898"/>
              <a:ext cx="436880" cy="357549"/>
            </a:xfrm>
            <a:prstGeom prst="rect">
              <a:avLst/>
            </a:prstGeom>
            <a:solidFill>
              <a:srgbClr val="FFFFF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1" name="순서도: 데이터 60">
              <a:extLst>
                <a:ext uri="{FF2B5EF4-FFF2-40B4-BE49-F238E27FC236}">
                  <a16:creationId xmlns:a16="http://schemas.microsoft.com/office/drawing/2014/main" id="{C0DB828F-5A66-0999-3D8E-216DDA4C2422}"/>
                </a:ext>
              </a:extLst>
            </p:cNvPr>
            <p:cNvSpPr/>
            <p:nvPr/>
          </p:nvSpPr>
          <p:spPr>
            <a:xfrm rot="8267075">
              <a:off x="9011184" y="6017608"/>
              <a:ext cx="342915" cy="1099054"/>
            </a:xfrm>
            <a:prstGeom prst="flowChartInputOutput">
              <a:avLst/>
            </a:prstGeom>
            <a:solidFill>
              <a:srgbClr val="FFFFFF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2" name="순서도: 데이터 61">
              <a:extLst>
                <a:ext uri="{FF2B5EF4-FFF2-40B4-BE49-F238E27FC236}">
                  <a16:creationId xmlns:a16="http://schemas.microsoft.com/office/drawing/2014/main" id="{6900A72A-B4F7-B545-6751-43013DDDC106}"/>
                </a:ext>
              </a:extLst>
            </p:cNvPr>
            <p:cNvSpPr/>
            <p:nvPr/>
          </p:nvSpPr>
          <p:spPr>
            <a:xfrm rot="8267075">
              <a:off x="9493116" y="5982933"/>
              <a:ext cx="342915" cy="1099054"/>
            </a:xfrm>
            <a:prstGeom prst="flowChartInputOutput">
              <a:avLst/>
            </a:prstGeom>
            <a:solidFill>
              <a:srgbClr val="FFFFFF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3" name="직사각형 62">
              <a:extLst>
                <a:ext uri="{FF2B5EF4-FFF2-40B4-BE49-F238E27FC236}">
                  <a16:creationId xmlns:a16="http://schemas.microsoft.com/office/drawing/2014/main" id="{A42F9101-C695-AFCE-40C0-3AE55AB77D0D}"/>
                </a:ext>
              </a:extLst>
            </p:cNvPr>
            <p:cNvSpPr/>
            <p:nvPr/>
          </p:nvSpPr>
          <p:spPr>
            <a:xfrm>
              <a:off x="6669000" y="6449696"/>
              <a:ext cx="195463" cy="165528"/>
            </a:xfrm>
            <a:prstGeom prst="rect">
              <a:avLst/>
            </a:prstGeom>
            <a:solidFill>
              <a:srgbClr val="FFFFF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64" name="직선 연결선 63">
              <a:extLst>
                <a:ext uri="{FF2B5EF4-FFF2-40B4-BE49-F238E27FC236}">
                  <a16:creationId xmlns:a16="http://schemas.microsoft.com/office/drawing/2014/main" id="{71904D52-50DF-6B7C-5BC1-1D389D79362B}"/>
                </a:ext>
              </a:extLst>
            </p:cNvPr>
            <p:cNvCxnSpPr/>
            <p:nvPr/>
          </p:nvCxnSpPr>
          <p:spPr>
            <a:xfrm>
              <a:off x="6766731" y="6189575"/>
              <a:ext cx="954551" cy="4191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직선 연결선 64">
              <a:extLst>
                <a:ext uri="{FF2B5EF4-FFF2-40B4-BE49-F238E27FC236}">
                  <a16:creationId xmlns:a16="http://schemas.microsoft.com/office/drawing/2014/main" id="{42F07E0C-CE6A-6DC8-D6D7-0C31B762FEAB}"/>
                </a:ext>
              </a:extLst>
            </p:cNvPr>
            <p:cNvCxnSpPr/>
            <p:nvPr/>
          </p:nvCxnSpPr>
          <p:spPr>
            <a:xfrm flipV="1">
              <a:off x="6969781" y="6231485"/>
              <a:ext cx="743881" cy="12067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직선 연결선 65">
              <a:extLst>
                <a:ext uri="{FF2B5EF4-FFF2-40B4-BE49-F238E27FC236}">
                  <a16:creationId xmlns:a16="http://schemas.microsoft.com/office/drawing/2014/main" id="{CFCC2BF9-2DA0-868B-2371-5B9D36E076BD}"/>
                </a:ext>
              </a:extLst>
            </p:cNvPr>
            <p:cNvCxnSpPr/>
            <p:nvPr/>
          </p:nvCxnSpPr>
          <p:spPr>
            <a:xfrm>
              <a:off x="6979847" y="6352164"/>
              <a:ext cx="905265" cy="8120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직선 연결선 66">
              <a:extLst>
                <a:ext uri="{FF2B5EF4-FFF2-40B4-BE49-F238E27FC236}">
                  <a16:creationId xmlns:a16="http://schemas.microsoft.com/office/drawing/2014/main" id="{CA9B9CF9-3233-85D0-3F21-76E366D9C629}"/>
                </a:ext>
              </a:extLst>
            </p:cNvPr>
            <p:cNvCxnSpPr>
              <a:endCxn id="59" idx="1"/>
            </p:cNvCxnSpPr>
            <p:nvPr/>
          </p:nvCxnSpPr>
          <p:spPr>
            <a:xfrm flipV="1">
              <a:off x="7001192" y="6433367"/>
              <a:ext cx="895350" cy="9909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직선 연결선 67">
              <a:extLst>
                <a:ext uri="{FF2B5EF4-FFF2-40B4-BE49-F238E27FC236}">
                  <a16:creationId xmlns:a16="http://schemas.microsoft.com/office/drawing/2014/main" id="{A873C329-D5B6-9262-4F0B-3A9341E54720}"/>
                </a:ext>
              </a:extLst>
            </p:cNvPr>
            <p:cNvCxnSpPr>
              <a:cxnSpLocks/>
            </p:cNvCxnSpPr>
            <p:nvPr/>
          </p:nvCxnSpPr>
          <p:spPr>
            <a:xfrm>
              <a:off x="6873524" y="6449696"/>
              <a:ext cx="1232568" cy="16552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직선 연결선 68">
              <a:extLst>
                <a:ext uri="{FF2B5EF4-FFF2-40B4-BE49-F238E27FC236}">
                  <a16:creationId xmlns:a16="http://schemas.microsoft.com/office/drawing/2014/main" id="{AB5E9B02-5947-3A3C-B2E8-B57B1B246BE0}"/>
                </a:ext>
              </a:extLst>
            </p:cNvPr>
            <p:cNvCxnSpPr>
              <a:cxnSpLocks/>
            </p:cNvCxnSpPr>
            <p:nvPr/>
          </p:nvCxnSpPr>
          <p:spPr>
            <a:xfrm>
              <a:off x="6873524" y="6615224"/>
              <a:ext cx="12325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직선 연결선 69">
              <a:extLst>
                <a:ext uri="{FF2B5EF4-FFF2-40B4-BE49-F238E27FC236}">
                  <a16:creationId xmlns:a16="http://schemas.microsoft.com/office/drawing/2014/main" id="{868ACBED-40BB-75E2-D742-BEA676BF2CB8}"/>
                </a:ext>
              </a:extLst>
            </p:cNvPr>
            <p:cNvCxnSpPr>
              <a:cxnSpLocks/>
            </p:cNvCxnSpPr>
            <p:nvPr/>
          </p:nvCxnSpPr>
          <p:spPr>
            <a:xfrm>
              <a:off x="8224805" y="6335872"/>
              <a:ext cx="829977" cy="9749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직선 연결선 70">
              <a:extLst>
                <a:ext uri="{FF2B5EF4-FFF2-40B4-BE49-F238E27FC236}">
                  <a16:creationId xmlns:a16="http://schemas.microsoft.com/office/drawing/2014/main" id="{700AD284-58D7-AE09-326A-EADE5C3AE4E7}"/>
                </a:ext>
              </a:extLst>
            </p:cNvPr>
            <p:cNvCxnSpPr>
              <a:cxnSpLocks/>
              <a:stCxn id="60" idx="3"/>
            </p:cNvCxnSpPr>
            <p:nvPr/>
          </p:nvCxnSpPr>
          <p:spPr>
            <a:xfrm flipV="1">
              <a:off x="8377205" y="6433367"/>
              <a:ext cx="665056" cy="20730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직선 연결선 71">
              <a:extLst>
                <a:ext uri="{FF2B5EF4-FFF2-40B4-BE49-F238E27FC236}">
                  <a16:creationId xmlns:a16="http://schemas.microsoft.com/office/drawing/2014/main" id="{FEB23B60-822B-9533-9CBB-0A61B94A7E6C}"/>
                </a:ext>
              </a:extLst>
            </p:cNvPr>
            <p:cNvCxnSpPr>
              <a:cxnSpLocks/>
              <a:stCxn id="61" idx="2"/>
            </p:cNvCxnSpPr>
            <p:nvPr/>
          </p:nvCxnSpPr>
          <p:spPr>
            <a:xfrm flipV="1">
              <a:off x="9284230" y="6461898"/>
              <a:ext cx="242235" cy="1307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3" name="직선 화살표 연결선 72">
            <a:extLst>
              <a:ext uri="{FF2B5EF4-FFF2-40B4-BE49-F238E27FC236}">
                <a16:creationId xmlns:a16="http://schemas.microsoft.com/office/drawing/2014/main" id="{A28CE0F8-CB04-8E21-163A-C73D2FE84F15}"/>
              </a:ext>
            </a:extLst>
          </p:cNvPr>
          <p:cNvCxnSpPr>
            <a:cxnSpLocks/>
          </p:cNvCxnSpPr>
          <p:nvPr/>
        </p:nvCxnSpPr>
        <p:spPr>
          <a:xfrm flipV="1">
            <a:off x="18147190" y="7517768"/>
            <a:ext cx="394172" cy="29719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TextBox 73">
            <a:extLst>
              <a:ext uri="{FF2B5EF4-FFF2-40B4-BE49-F238E27FC236}">
                <a16:creationId xmlns:a16="http://schemas.microsoft.com/office/drawing/2014/main" id="{86D742F3-C7C9-9D19-675B-CB0CA1FE8FAB}"/>
              </a:ext>
            </a:extLst>
          </p:cNvPr>
          <p:cNvSpPr txBox="1"/>
          <p:nvPr/>
        </p:nvSpPr>
        <p:spPr>
          <a:xfrm>
            <a:off x="18544682" y="7166453"/>
            <a:ext cx="97619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300">
                <a:latin typeface="Times New Roman" panose="02020603050405020304" pitchFamily="18" charset="0"/>
                <a:cs typeface="Times New Roman" panose="02020603050405020304" pitchFamily="18" charset="0"/>
              </a:rPr>
              <a:t>repair</a:t>
            </a:r>
            <a:endParaRPr lang="ko-KR" altLang="en-US" sz="23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87CC09A2-E061-7BDA-1B61-F6C776B966E1}"/>
              </a:ext>
            </a:extLst>
          </p:cNvPr>
          <p:cNvSpPr txBox="1"/>
          <p:nvPr/>
        </p:nvSpPr>
        <p:spPr>
          <a:xfrm>
            <a:off x="18506965" y="8140451"/>
            <a:ext cx="1102285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300">
                <a:latin typeface="Times New Roman" panose="02020603050405020304" pitchFamily="18" charset="0"/>
                <a:cs typeface="Times New Roman" panose="02020603050405020304" pitchFamily="18" charset="0"/>
              </a:rPr>
              <a:t>replace</a:t>
            </a:r>
            <a:endParaRPr lang="ko-KR" altLang="en-US" sz="23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6" name="직선 화살표 연결선 75">
            <a:extLst>
              <a:ext uri="{FF2B5EF4-FFF2-40B4-BE49-F238E27FC236}">
                <a16:creationId xmlns:a16="http://schemas.microsoft.com/office/drawing/2014/main" id="{CDEBC6D2-EDD5-0E4B-FA6F-11DC1A81726E}"/>
              </a:ext>
            </a:extLst>
          </p:cNvPr>
          <p:cNvCxnSpPr>
            <a:stCxn id="29" idx="2"/>
            <a:endCxn id="44" idx="0"/>
          </p:cNvCxnSpPr>
          <p:nvPr/>
        </p:nvCxnSpPr>
        <p:spPr>
          <a:xfrm>
            <a:off x="15468132" y="3810828"/>
            <a:ext cx="0" cy="46455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직선 화살표 연결선 76">
            <a:extLst>
              <a:ext uri="{FF2B5EF4-FFF2-40B4-BE49-F238E27FC236}">
                <a16:creationId xmlns:a16="http://schemas.microsoft.com/office/drawing/2014/main" id="{F4A50AFD-AA42-1CB5-13B5-B3148DCBEE65}"/>
              </a:ext>
            </a:extLst>
          </p:cNvPr>
          <p:cNvCxnSpPr>
            <a:cxnSpLocks/>
            <a:stCxn id="44" idx="2"/>
            <a:endCxn id="45" idx="0"/>
          </p:cNvCxnSpPr>
          <p:nvPr/>
        </p:nvCxnSpPr>
        <p:spPr>
          <a:xfrm>
            <a:off x="15468132" y="6610470"/>
            <a:ext cx="0" cy="45011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10F88954-D24A-E0DF-496F-16A11C97A14D}"/>
              </a:ext>
            </a:extLst>
          </p:cNvPr>
          <p:cNvSpPr txBox="1"/>
          <p:nvPr/>
        </p:nvSpPr>
        <p:spPr>
          <a:xfrm>
            <a:off x="14017457" y="8477753"/>
            <a:ext cx="5599340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300" b="1">
                <a:latin typeface="Times New Roman" panose="02020603050405020304" pitchFamily="18" charset="0"/>
                <a:cs typeface="Times New Roman" panose="02020603050405020304" pitchFamily="18" charset="0"/>
              </a:rPr>
              <a:t>CNN Classifier</a:t>
            </a:r>
            <a:endParaRPr lang="ko-KR" altLang="en-US" sz="23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C2BAF1E2-A07B-7F95-99AB-F3142F837DE5}"/>
              </a:ext>
            </a:extLst>
          </p:cNvPr>
          <p:cNvSpPr txBox="1"/>
          <p:nvPr/>
        </p:nvSpPr>
        <p:spPr>
          <a:xfrm>
            <a:off x="10716236" y="1214372"/>
            <a:ext cx="94487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Phase II: Augmentation &amp; Model Training</a:t>
            </a:r>
            <a:endParaRPr lang="ko-KR" altLang="en-US" sz="2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0" name="직선 연결선 79">
            <a:extLst>
              <a:ext uri="{FF2B5EF4-FFF2-40B4-BE49-F238E27FC236}">
                <a16:creationId xmlns:a16="http://schemas.microsoft.com/office/drawing/2014/main" id="{C7C1D7ED-E9C0-573C-2258-86444CA474D5}"/>
              </a:ext>
            </a:extLst>
          </p:cNvPr>
          <p:cNvCxnSpPr>
            <a:cxnSpLocks/>
          </p:cNvCxnSpPr>
          <p:nvPr/>
        </p:nvCxnSpPr>
        <p:spPr>
          <a:xfrm>
            <a:off x="10768797" y="1289995"/>
            <a:ext cx="0" cy="828040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연결선: 꺾임 81">
            <a:extLst>
              <a:ext uri="{FF2B5EF4-FFF2-40B4-BE49-F238E27FC236}">
                <a16:creationId xmlns:a16="http://schemas.microsoft.com/office/drawing/2014/main" id="{8A1CEAE2-0782-4B72-C33B-D6B67CC452BB}"/>
              </a:ext>
            </a:extLst>
          </p:cNvPr>
          <p:cNvCxnSpPr>
            <a:cxnSpLocks/>
            <a:endCxn id="12" idx="0"/>
          </p:cNvCxnSpPr>
          <p:nvPr/>
        </p:nvCxnSpPr>
        <p:spPr>
          <a:xfrm rot="5400000">
            <a:off x="6579969" y="1923950"/>
            <a:ext cx="405841" cy="1500515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연결선: 꺾임 82">
            <a:extLst>
              <a:ext uri="{FF2B5EF4-FFF2-40B4-BE49-F238E27FC236}">
                <a16:creationId xmlns:a16="http://schemas.microsoft.com/office/drawing/2014/main" id="{69910710-BBF7-6B23-AE4F-657ABF0A143C}"/>
              </a:ext>
            </a:extLst>
          </p:cNvPr>
          <p:cNvCxnSpPr>
            <a:cxnSpLocks/>
            <a:stCxn id="18" idx="2"/>
            <a:endCxn id="6" idx="0"/>
          </p:cNvCxnSpPr>
          <p:nvPr/>
        </p:nvCxnSpPr>
        <p:spPr>
          <a:xfrm rot="16200000" flipH="1">
            <a:off x="8069175" y="1932510"/>
            <a:ext cx="405841" cy="1500507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원통형 84">
            <a:extLst>
              <a:ext uri="{FF2B5EF4-FFF2-40B4-BE49-F238E27FC236}">
                <a16:creationId xmlns:a16="http://schemas.microsoft.com/office/drawing/2014/main" id="{3205D440-1073-B71D-4751-3AD32D36802F}"/>
              </a:ext>
            </a:extLst>
          </p:cNvPr>
          <p:cNvSpPr/>
          <p:nvPr/>
        </p:nvSpPr>
        <p:spPr>
          <a:xfrm>
            <a:off x="11456658" y="7384064"/>
            <a:ext cx="1417549" cy="639291"/>
          </a:xfrm>
          <a:prstGeom prst="can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3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</a:t>
            </a:r>
            <a:endParaRPr lang="ko-KR" altLang="en-US" sz="23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0" name="직선 연결선 99">
            <a:extLst>
              <a:ext uri="{FF2B5EF4-FFF2-40B4-BE49-F238E27FC236}">
                <a16:creationId xmlns:a16="http://schemas.microsoft.com/office/drawing/2014/main" id="{9DEC4EC2-E2F8-A831-A65C-C5EDE3590248}"/>
              </a:ext>
            </a:extLst>
          </p:cNvPr>
          <p:cNvCxnSpPr/>
          <p:nvPr/>
        </p:nvCxnSpPr>
        <p:spPr>
          <a:xfrm>
            <a:off x="13467865" y="2106200"/>
            <a:ext cx="0" cy="1704622"/>
          </a:xfrm>
          <a:prstGeom prst="line">
            <a:avLst/>
          </a:prstGeom>
          <a:ln>
            <a:solidFill>
              <a:schemeClr val="tx1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직선 연결선 100">
            <a:extLst>
              <a:ext uri="{FF2B5EF4-FFF2-40B4-BE49-F238E27FC236}">
                <a16:creationId xmlns:a16="http://schemas.microsoft.com/office/drawing/2014/main" id="{69FC3B65-8D5A-2DC4-E60A-0663C058FC7D}"/>
              </a:ext>
            </a:extLst>
          </p:cNvPr>
          <p:cNvCxnSpPr/>
          <p:nvPr/>
        </p:nvCxnSpPr>
        <p:spPr>
          <a:xfrm>
            <a:off x="15471131" y="2106200"/>
            <a:ext cx="0" cy="1704622"/>
          </a:xfrm>
          <a:prstGeom prst="line">
            <a:avLst/>
          </a:prstGeom>
          <a:ln>
            <a:solidFill>
              <a:schemeClr val="tx1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직선 연결선 101">
            <a:extLst>
              <a:ext uri="{FF2B5EF4-FFF2-40B4-BE49-F238E27FC236}">
                <a16:creationId xmlns:a16="http://schemas.microsoft.com/office/drawing/2014/main" id="{FAF432F8-017D-DC4F-32A3-C64B1DD26E22}"/>
              </a:ext>
            </a:extLst>
          </p:cNvPr>
          <p:cNvCxnSpPr/>
          <p:nvPr/>
        </p:nvCxnSpPr>
        <p:spPr>
          <a:xfrm>
            <a:off x="17418095" y="2106200"/>
            <a:ext cx="0" cy="1704622"/>
          </a:xfrm>
          <a:prstGeom prst="line">
            <a:avLst/>
          </a:prstGeom>
          <a:ln>
            <a:solidFill>
              <a:schemeClr val="tx1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직사각형 102">
            <a:extLst>
              <a:ext uri="{FF2B5EF4-FFF2-40B4-BE49-F238E27FC236}">
                <a16:creationId xmlns:a16="http://schemas.microsoft.com/office/drawing/2014/main" id="{D10A94B5-69D7-3974-33F5-6442FA4CC742}"/>
              </a:ext>
            </a:extLst>
          </p:cNvPr>
          <p:cNvSpPr/>
          <p:nvPr/>
        </p:nvSpPr>
        <p:spPr>
          <a:xfrm>
            <a:off x="6489073" y="8632680"/>
            <a:ext cx="2065520" cy="46284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3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Hybrid</a:t>
            </a:r>
            <a:endParaRPr lang="ko-KR" altLang="en-US" sz="2300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4" name="연결선: 꺾임 103">
            <a:extLst>
              <a:ext uri="{FF2B5EF4-FFF2-40B4-BE49-F238E27FC236}">
                <a16:creationId xmlns:a16="http://schemas.microsoft.com/office/drawing/2014/main" id="{89CB508F-DC53-8401-BC91-D79668210D50}"/>
              </a:ext>
            </a:extLst>
          </p:cNvPr>
          <p:cNvCxnSpPr>
            <a:cxnSpLocks/>
          </p:cNvCxnSpPr>
          <p:nvPr/>
        </p:nvCxnSpPr>
        <p:spPr>
          <a:xfrm rot="16200000" flipH="1">
            <a:off x="6480552" y="7583330"/>
            <a:ext cx="604660" cy="1500511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연결선: 꺾임 104">
            <a:extLst>
              <a:ext uri="{FF2B5EF4-FFF2-40B4-BE49-F238E27FC236}">
                <a16:creationId xmlns:a16="http://schemas.microsoft.com/office/drawing/2014/main" id="{B7C1E07B-232D-5DB5-1248-C8FFC68844F0}"/>
              </a:ext>
            </a:extLst>
          </p:cNvPr>
          <p:cNvCxnSpPr>
            <a:stCxn id="11" idx="2"/>
            <a:endCxn id="103" idx="0"/>
          </p:cNvCxnSpPr>
          <p:nvPr/>
        </p:nvCxnSpPr>
        <p:spPr>
          <a:xfrm rot="5400000">
            <a:off x="7968033" y="7578369"/>
            <a:ext cx="608112" cy="1500511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직선 화살표 연결선 105">
            <a:extLst>
              <a:ext uri="{FF2B5EF4-FFF2-40B4-BE49-F238E27FC236}">
                <a16:creationId xmlns:a16="http://schemas.microsoft.com/office/drawing/2014/main" id="{E98D321A-650C-4831-6453-9029056B7B23}"/>
              </a:ext>
            </a:extLst>
          </p:cNvPr>
          <p:cNvCxnSpPr>
            <a:cxnSpLocks/>
          </p:cNvCxnSpPr>
          <p:nvPr/>
        </p:nvCxnSpPr>
        <p:spPr>
          <a:xfrm>
            <a:off x="18163775" y="7984101"/>
            <a:ext cx="409427" cy="27630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" name="TextBox 106">
            <a:extLst>
              <a:ext uri="{FF2B5EF4-FFF2-40B4-BE49-F238E27FC236}">
                <a16:creationId xmlns:a16="http://schemas.microsoft.com/office/drawing/2014/main" id="{8D99292E-079C-68B7-7490-5F641DF9B63C}"/>
              </a:ext>
            </a:extLst>
          </p:cNvPr>
          <p:cNvSpPr txBox="1"/>
          <p:nvPr/>
        </p:nvSpPr>
        <p:spPr>
          <a:xfrm>
            <a:off x="11456656" y="8516728"/>
            <a:ext cx="1411109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300">
                <a:latin typeface="Times New Roman" panose="02020603050405020304" pitchFamily="18" charset="0"/>
                <a:cs typeface="Times New Roman" panose="02020603050405020304" pitchFamily="18" charset="0"/>
              </a:rPr>
              <a:t>Dataset</a:t>
            </a:r>
            <a:endParaRPr lang="ko-KR" altLang="en-US" sz="23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28769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사각형: 둥근 모서리 3">
                <a:extLst>
                  <a:ext uri="{FF2B5EF4-FFF2-40B4-BE49-F238E27FC236}">
                    <a16:creationId xmlns:a16="http://schemas.microsoft.com/office/drawing/2014/main" id="{DE6D03D1-B8C9-4C6B-5704-53A69BFD242C}"/>
                  </a:ext>
                </a:extLst>
              </p:cNvPr>
              <p:cNvSpPr/>
              <p:nvPr/>
            </p:nvSpPr>
            <p:spPr>
              <a:xfrm>
                <a:off x="7465827" y="2957670"/>
                <a:ext cx="1905841" cy="491613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21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Input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1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21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21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clean</m:t>
                        </m:r>
                      </m:sub>
                    </m:sSub>
                  </m:oMath>
                </a14:m>
                <a:r>
                  <a:rPr lang="en-US" altLang="ko-KR" sz="21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endParaRPr lang="ko-KR" altLang="en-US" sz="21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사각형: 둥근 모서리 3">
                <a:extLst>
                  <a:ext uri="{FF2B5EF4-FFF2-40B4-BE49-F238E27FC236}">
                    <a16:creationId xmlns:a16="http://schemas.microsoft.com/office/drawing/2014/main" id="{DE6D03D1-B8C9-4C6B-5704-53A69BFD242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5827" y="2957670"/>
                <a:ext cx="1905841" cy="491613"/>
              </a:xfrm>
              <a:prstGeom prst="roundRect">
                <a:avLst/>
              </a:prstGeom>
              <a:blipFill>
                <a:blip r:embed="rId2"/>
                <a:stretch>
                  <a:fillRect b="-1309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사각형: 둥근 모서리 66">
                <a:extLst>
                  <a:ext uri="{FF2B5EF4-FFF2-40B4-BE49-F238E27FC236}">
                    <a16:creationId xmlns:a16="http://schemas.microsoft.com/office/drawing/2014/main" id="{8321A989-4387-104D-63A5-875FF9912758}"/>
                  </a:ext>
                </a:extLst>
              </p:cNvPr>
              <p:cNvSpPr/>
              <p:nvPr/>
            </p:nvSpPr>
            <p:spPr>
              <a:xfrm>
                <a:off x="6032495" y="4313839"/>
                <a:ext cx="1905841" cy="491613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21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Synthic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1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21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21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mark</m:t>
                        </m:r>
                      </m:sub>
                    </m:sSub>
                  </m:oMath>
                </a14:m>
                <a:r>
                  <a:rPr lang="en-US" altLang="ko-KR" sz="21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endParaRPr lang="ko-KR" altLang="en-US" sz="21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7" name="사각형: 둥근 모서리 66">
                <a:extLst>
                  <a:ext uri="{FF2B5EF4-FFF2-40B4-BE49-F238E27FC236}">
                    <a16:creationId xmlns:a16="http://schemas.microsoft.com/office/drawing/2014/main" id="{8321A989-4387-104D-63A5-875FF991275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2495" y="4313839"/>
                <a:ext cx="1905841" cy="491613"/>
              </a:xfrm>
              <a:prstGeom prst="roundRect">
                <a:avLst/>
              </a:prstGeom>
              <a:blipFill>
                <a:blip r:embed="rId3"/>
                <a:stretch>
                  <a:fillRect l="-1905" r="-1587" b="-1445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사각형: 둥근 모서리 67">
                <a:extLst>
                  <a:ext uri="{FF2B5EF4-FFF2-40B4-BE49-F238E27FC236}">
                    <a16:creationId xmlns:a16="http://schemas.microsoft.com/office/drawing/2014/main" id="{44C3E2A6-AAAB-BD2C-A0EE-CE98F0D24325}"/>
                  </a:ext>
                </a:extLst>
              </p:cNvPr>
              <p:cNvSpPr/>
              <p:nvPr/>
            </p:nvSpPr>
            <p:spPr>
              <a:xfrm>
                <a:off x="8725415" y="5332411"/>
                <a:ext cx="1905841" cy="491613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1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21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21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blur</m:t>
                        </m:r>
                      </m:sub>
                    </m:sSub>
                    <m:r>
                      <a:rPr lang="en-US" altLang="ko-KR" sz="21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sz="21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21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21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jpeg</m:t>
                        </m:r>
                      </m:sub>
                    </m:sSub>
                  </m:oMath>
                </a14:m>
                <a:r>
                  <a:rPr lang="en-US" altLang="ko-KR" sz="21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1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21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21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mix</m:t>
                        </m:r>
                      </m:sub>
                    </m:sSub>
                  </m:oMath>
                </a14:m>
                <a:endParaRPr lang="ko-KR" altLang="en-US" sz="21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8" name="사각형: 둥근 모서리 67">
                <a:extLst>
                  <a:ext uri="{FF2B5EF4-FFF2-40B4-BE49-F238E27FC236}">
                    <a16:creationId xmlns:a16="http://schemas.microsoft.com/office/drawing/2014/main" id="{44C3E2A6-AAAB-BD2C-A0EE-CE98F0D2432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25415" y="5332411"/>
                <a:ext cx="1905841" cy="491613"/>
              </a:xfrm>
              <a:prstGeom prst="roundRect">
                <a:avLst/>
              </a:prstGeom>
              <a:blipFill>
                <a:blip r:embed="rId4"/>
                <a:stretch>
                  <a:fillRect t="-1205" b="-1084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9" name="연결선: 꺾임 68">
            <a:extLst>
              <a:ext uri="{FF2B5EF4-FFF2-40B4-BE49-F238E27FC236}">
                <a16:creationId xmlns:a16="http://schemas.microsoft.com/office/drawing/2014/main" id="{84F362EA-52C7-92C0-EF02-FE6DAFD96A62}"/>
              </a:ext>
            </a:extLst>
          </p:cNvPr>
          <p:cNvCxnSpPr>
            <a:cxnSpLocks/>
            <a:stCxn id="4" idx="2"/>
            <a:endCxn id="68" idx="0"/>
          </p:cNvCxnSpPr>
          <p:nvPr/>
        </p:nvCxnSpPr>
        <p:spPr>
          <a:xfrm rot="16200000" flipH="1">
            <a:off x="8106978" y="3761052"/>
            <a:ext cx="1883127" cy="1259587"/>
          </a:xfrm>
          <a:prstGeom prst="bentConnector3">
            <a:avLst>
              <a:gd name="adj1" fmla="val 22984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0" name="연결선: 꺾임 69">
            <a:extLst>
              <a:ext uri="{FF2B5EF4-FFF2-40B4-BE49-F238E27FC236}">
                <a16:creationId xmlns:a16="http://schemas.microsoft.com/office/drawing/2014/main" id="{1A1CDB3F-F349-97E3-0868-24D9B7820F60}"/>
              </a:ext>
            </a:extLst>
          </p:cNvPr>
          <p:cNvCxnSpPr>
            <a:cxnSpLocks/>
            <a:stCxn id="4" idx="2"/>
            <a:endCxn id="67" idx="0"/>
          </p:cNvCxnSpPr>
          <p:nvPr/>
        </p:nvCxnSpPr>
        <p:spPr>
          <a:xfrm rot="5400000">
            <a:off x="7269801" y="3164892"/>
            <a:ext cx="864556" cy="1433332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사각형: 둥근 모서리 70">
                <a:extLst>
                  <a:ext uri="{FF2B5EF4-FFF2-40B4-BE49-F238E27FC236}">
                    <a16:creationId xmlns:a16="http://schemas.microsoft.com/office/drawing/2014/main" id="{1E0EC163-889B-9CA8-24EF-399F9C8A7945}"/>
                  </a:ext>
                </a:extLst>
              </p:cNvPr>
              <p:cNvSpPr/>
              <p:nvPr/>
            </p:nvSpPr>
            <p:spPr>
              <a:xfrm>
                <a:off x="6032494" y="5332410"/>
                <a:ext cx="1905841" cy="491613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21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Restore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1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21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21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GAC</m:t>
                        </m:r>
                      </m:sub>
                    </m:sSub>
                  </m:oMath>
                </a14:m>
                <a:r>
                  <a:rPr lang="en-US" altLang="ko-KR" sz="21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endParaRPr lang="ko-KR" altLang="en-US" sz="21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1" name="사각형: 둥근 모서리 70">
                <a:extLst>
                  <a:ext uri="{FF2B5EF4-FFF2-40B4-BE49-F238E27FC236}">
                    <a16:creationId xmlns:a16="http://schemas.microsoft.com/office/drawing/2014/main" id="{1E0EC163-889B-9CA8-24EF-399F9C8A794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2494" y="5332410"/>
                <a:ext cx="1905841" cy="491613"/>
              </a:xfrm>
              <a:prstGeom prst="roundRect">
                <a:avLst/>
              </a:prstGeom>
              <a:blipFill>
                <a:blip r:embed="rId5"/>
                <a:stretch>
                  <a:fillRect b="-1445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2" name="직선 화살표 연결선 71">
            <a:extLst>
              <a:ext uri="{FF2B5EF4-FFF2-40B4-BE49-F238E27FC236}">
                <a16:creationId xmlns:a16="http://schemas.microsoft.com/office/drawing/2014/main" id="{9A870276-A1BB-78DF-C35A-DEB551AC94DC}"/>
              </a:ext>
            </a:extLst>
          </p:cNvPr>
          <p:cNvCxnSpPr>
            <a:cxnSpLocks/>
            <a:stCxn id="67" idx="2"/>
            <a:endCxn id="71" idx="0"/>
          </p:cNvCxnSpPr>
          <p:nvPr/>
        </p:nvCxnSpPr>
        <p:spPr>
          <a:xfrm flipH="1">
            <a:off x="6985416" y="4805449"/>
            <a:ext cx="1" cy="52695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520C10CF-886A-CE06-677C-603BE8F46EE8}"/>
                  </a:ext>
                </a:extLst>
              </p:cNvPr>
              <p:cNvSpPr txBox="1"/>
              <p:nvPr/>
            </p:nvSpPr>
            <p:spPr>
              <a:xfrm>
                <a:off x="5800609" y="3862653"/>
                <a:ext cx="130586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000" b="1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𝐁𝐞𝐳𝐢𝐞𝐫</m:t>
                      </m:r>
                    </m:oMath>
                  </m:oMathPara>
                </a14:m>
                <a:endParaRPr lang="ko-KR" altLang="en-US" sz="2000" b="1">
                  <a:solidFill>
                    <a:schemeClr val="accent6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520C10CF-886A-CE06-677C-603BE8F46E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0609" y="3862653"/>
                <a:ext cx="1305864" cy="400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E4090363-CC40-65E0-4C30-CB31139B4823}"/>
                  </a:ext>
                </a:extLst>
              </p:cNvPr>
              <p:cNvSpPr txBox="1"/>
              <p:nvPr/>
            </p:nvSpPr>
            <p:spPr>
              <a:xfrm>
                <a:off x="5792699" y="4897659"/>
                <a:ext cx="130586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000" b="1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𝐆𝐀𝐂</m:t>
                      </m:r>
                    </m:oMath>
                  </m:oMathPara>
                </a14:m>
                <a:endParaRPr lang="ko-KR" altLang="en-US" sz="2000" b="1">
                  <a:solidFill>
                    <a:schemeClr val="accent6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E4090363-CC40-65E0-4C30-CB31139B48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2699" y="4897659"/>
                <a:ext cx="1305864" cy="40011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7093CAEA-0723-ECCE-0643-FFC4E050AC8B}"/>
                  </a:ext>
                </a:extLst>
              </p:cNvPr>
              <p:cNvSpPr txBox="1"/>
              <p:nvPr/>
            </p:nvSpPr>
            <p:spPr>
              <a:xfrm>
                <a:off x="9734705" y="4398059"/>
                <a:ext cx="130586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000" b="1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𝐀𝐮𝐠𝐦𝐞𝐧𝐭</m:t>
                      </m:r>
                    </m:oMath>
                  </m:oMathPara>
                </a14:m>
                <a:endParaRPr lang="ko-KR" altLang="en-US" sz="2000" b="1">
                  <a:solidFill>
                    <a:schemeClr val="accent6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7093CAEA-0723-ECCE-0643-FFC4E050AC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34705" y="4398059"/>
                <a:ext cx="1305864" cy="400110"/>
              </a:xfrm>
              <a:prstGeom prst="rect">
                <a:avLst/>
              </a:prstGeom>
              <a:blipFill>
                <a:blip r:embed="rId8"/>
                <a:stretch>
                  <a:fillRect l="-467" r="-935" b="-1515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6" name="사각형: 둥근 모서리 75">
            <a:extLst>
              <a:ext uri="{FF2B5EF4-FFF2-40B4-BE49-F238E27FC236}">
                <a16:creationId xmlns:a16="http://schemas.microsoft.com/office/drawing/2014/main" id="{6B5DAF97-AC44-F1EC-3A41-C30E2587652F}"/>
              </a:ext>
            </a:extLst>
          </p:cNvPr>
          <p:cNvSpPr/>
          <p:nvPr/>
        </p:nvSpPr>
        <p:spPr>
          <a:xfrm>
            <a:off x="5891670" y="6531965"/>
            <a:ext cx="4916057" cy="49161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1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Geometric Focusing (ROI Crop)</a:t>
            </a:r>
            <a:endParaRPr lang="ko-KR" altLang="en-US" sz="21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7" name="화살표: 아래쪽 76">
            <a:extLst>
              <a:ext uri="{FF2B5EF4-FFF2-40B4-BE49-F238E27FC236}">
                <a16:creationId xmlns:a16="http://schemas.microsoft.com/office/drawing/2014/main" id="{68E34936-6DB7-E5F8-31CF-6D5AEB3427D0}"/>
              </a:ext>
            </a:extLst>
          </p:cNvPr>
          <p:cNvSpPr/>
          <p:nvPr/>
        </p:nvSpPr>
        <p:spPr>
          <a:xfrm>
            <a:off x="8157347" y="5884985"/>
            <a:ext cx="261398" cy="491613"/>
          </a:xfrm>
          <a:prstGeom prst="downArrow">
            <a:avLst/>
          </a:prstGeom>
          <a:solidFill>
            <a:schemeClr val="bg2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8" name="직사각형 77">
                <a:extLst>
                  <a:ext uri="{FF2B5EF4-FFF2-40B4-BE49-F238E27FC236}">
                    <a16:creationId xmlns:a16="http://schemas.microsoft.com/office/drawing/2014/main" id="{72BD71F3-800E-69BA-4A1F-E259450FF8BA}"/>
                  </a:ext>
                </a:extLst>
              </p:cNvPr>
              <p:cNvSpPr/>
              <p:nvPr/>
            </p:nvSpPr>
            <p:spPr>
              <a:xfrm>
                <a:off x="4316037" y="8359013"/>
                <a:ext cx="865287" cy="504987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clean</m:t>
                          </m:r>
                        </m:sub>
                      </m:sSub>
                    </m:oMath>
                  </m:oMathPara>
                </a14:m>
                <a:endParaRPr lang="ko-KR" altLang="en-US" sz="2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8" name="직사각형 77">
                <a:extLst>
                  <a:ext uri="{FF2B5EF4-FFF2-40B4-BE49-F238E27FC236}">
                    <a16:creationId xmlns:a16="http://schemas.microsoft.com/office/drawing/2014/main" id="{72BD71F3-800E-69BA-4A1F-E259450FF8B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16037" y="8359013"/>
                <a:ext cx="865287" cy="50498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직사각형 78">
                <a:extLst>
                  <a:ext uri="{FF2B5EF4-FFF2-40B4-BE49-F238E27FC236}">
                    <a16:creationId xmlns:a16="http://schemas.microsoft.com/office/drawing/2014/main" id="{4B298BC3-95E1-BB62-C082-1C683D626C77}"/>
                  </a:ext>
                </a:extLst>
              </p:cNvPr>
              <p:cNvSpPr/>
              <p:nvPr/>
            </p:nvSpPr>
            <p:spPr>
              <a:xfrm>
                <a:off x="5492611" y="8359013"/>
                <a:ext cx="865287" cy="504987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mark</m:t>
                          </m:r>
                        </m:sub>
                      </m:sSub>
                    </m:oMath>
                  </m:oMathPara>
                </a14:m>
                <a:endParaRPr lang="ko-KR" altLang="en-US" sz="2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9" name="직사각형 78">
                <a:extLst>
                  <a:ext uri="{FF2B5EF4-FFF2-40B4-BE49-F238E27FC236}">
                    <a16:creationId xmlns:a16="http://schemas.microsoft.com/office/drawing/2014/main" id="{4B298BC3-95E1-BB62-C082-1C683D626C7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2611" y="8359013"/>
                <a:ext cx="865287" cy="50498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직사각형 79">
                <a:extLst>
                  <a:ext uri="{FF2B5EF4-FFF2-40B4-BE49-F238E27FC236}">
                    <a16:creationId xmlns:a16="http://schemas.microsoft.com/office/drawing/2014/main" id="{0F26411B-30B5-318C-8B2B-F82D0E255BD1}"/>
                  </a:ext>
                </a:extLst>
              </p:cNvPr>
              <p:cNvSpPr/>
              <p:nvPr/>
            </p:nvSpPr>
            <p:spPr>
              <a:xfrm>
                <a:off x="6699627" y="8367596"/>
                <a:ext cx="865287" cy="504987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GAC</m:t>
                          </m:r>
                        </m:sub>
                      </m:sSub>
                    </m:oMath>
                  </m:oMathPara>
                </a14:m>
                <a:endParaRPr lang="ko-KR" altLang="en-US" sz="2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0" name="직사각형 79">
                <a:extLst>
                  <a:ext uri="{FF2B5EF4-FFF2-40B4-BE49-F238E27FC236}">
                    <a16:creationId xmlns:a16="http://schemas.microsoft.com/office/drawing/2014/main" id="{0F26411B-30B5-318C-8B2B-F82D0E255BD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9627" y="8367596"/>
                <a:ext cx="865287" cy="50498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직사각형 80">
                <a:extLst>
                  <a:ext uri="{FF2B5EF4-FFF2-40B4-BE49-F238E27FC236}">
                    <a16:creationId xmlns:a16="http://schemas.microsoft.com/office/drawing/2014/main" id="{45E50F2B-68F8-A04E-C7E3-46563BE0ADCC}"/>
                  </a:ext>
                </a:extLst>
              </p:cNvPr>
              <p:cNvSpPr/>
              <p:nvPr/>
            </p:nvSpPr>
            <p:spPr>
              <a:xfrm>
                <a:off x="7876199" y="8367596"/>
                <a:ext cx="858822" cy="504987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blur</m:t>
                          </m:r>
                        </m:sub>
                      </m:sSub>
                    </m:oMath>
                  </m:oMathPara>
                </a14:m>
                <a:endParaRPr lang="ko-KR" altLang="en-US" sz="2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1" name="직사각형 80">
                <a:extLst>
                  <a:ext uri="{FF2B5EF4-FFF2-40B4-BE49-F238E27FC236}">
                    <a16:creationId xmlns:a16="http://schemas.microsoft.com/office/drawing/2014/main" id="{45E50F2B-68F8-A04E-C7E3-46563BE0ADC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76199" y="8367596"/>
                <a:ext cx="858822" cy="50498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직사각형 81">
                <a:extLst>
                  <a:ext uri="{FF2B5EF4-FFF2-40B4-BE49-F238E27FC236}">
                    <a16:creationId xmlns:a16="http://schemas.microsoft.com/office/drawing/2014/main" id="{CEDB769C-753A-85BA-5242-59939954D369}"/>
                  </a:ext>
                </a:extLst>
              </p:cNvPr>
              <p:cNvSpPr/>
              <p:nvPr/>
            </p:nvSpPr>
            <p:spPr>
              <a:xfrm>
                <a:off x="9052773" y="8367596"/>
                <a:ext cx="858822" cy="504987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jpeg</m:t>
                          </m:r>
                        </m:sub>
                      </m:sSub>
                    </m:oMath>
                  </m:oMathPara>
                </a14:m>
                <a:endParaRPr lang="ko-KR" altLang="en-US" sz="2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2" name="직사각형 81">
                <a:extLst>
                  <a:ext uri="{FF2B5EF4-FFF2-40B4-BE49-F238E27FC236}">
                    <a16:creationId xmlns:a16="http://schemas.microsoft.com/office/drawing/2014/main" id="{CEDB769C-753A-85BA-5242-59939954D36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52773" y="8367596"/>
                <a:ext cx="858822" cy="504987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" name="직사각형 82">
                <a:extLst>
                  <a:ext uri="{FF2B5EF4-FFF2-40B4-BE49-F238E27FC236}">
                    <a16:creationId xmlns:a16="http://schemas.microsoft.com/office/drawing/2014/main" id="{C6D68536-C886-4B2F-9043-C5CC473ABB24}"/>
                  </a:ext>
                </a:extLst>
              </p:cNvPr>
              <p:cNvSpPr/>
              <p:nvPr/>
            </p:nvSpPr>
            <p:spPr>
              <a:xfrm>
                <a:off x="10229347" y="8367596"/>
                <a:ext cx="858822" cy="504987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mix</m:t>
                          </m:r>
                        </m:sub>
                      </m:sSub>
                    </m:oMath>
                  </m:oMathPara>
                </a14:m>
                <a:endParaRPr lang="ko-KR" altLang="en-US" sz="2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3" name="직사각형 82">
                <a:extLst>
                  <a:ext uri="{FF2B5EF4-FFF2-40B4-BE49-F238E27FC236}">
                    <a16:creationId xmlns:a16="http://schemas.microsoft.com/office/drawing/2014/main" id="{C6D68536-C886-4B2F-9043-C5CC473ABB2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29347" y="8367596"/>
                <a:ext cx="858822" cy="504987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직사각형 83">
                <a:extLst>
                  <a:ext uri="{FF2B5EF4-FFF2-40B4-BE49-F238E27FC236}">
                    <a16:creationId xmlns:a16="http://schemas.microsoft.com/office/drawing/2014/main" id="{1B1B8EB7-3BD8-CB63-3951-746934F340D5}"/>
                  </a:ext>
                </a:extLst>
              </p:cNvPr>
              <p:cNvSpPr/>
              <p:nvPr/>
            </p:nvSpPr>
            <p:spPr>
              <a:xfrm>
                <a:off x="11405921" y="8367596"/>
                <a:ext cx="858822" cy="504987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ood</m:t>
                          </m:r>
                        </m:sub>
                      </m:sSub>
                    </m:oMath>
                  </m:oMathPara>
                </a14:m>
                <a:endParaRPr lang="ko-KR" altLang="en-US" sz="2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4" name="직사각형 83">
                <a:extLst>
                  <a:ext uri="{FF2B5EF4-FFF2-40B4-BE49-F238E27FC236}">
                    <a16:creationId xmlns:a16="http://schemas.microsoft.com/office/drawing/2014/main" id="{1B1B8EB7-3BD8-CB63-3951-746934F340D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05921" y="8367596"/>
                <a:ext cx="858822" cy="504987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5" name="그림 84" descr="곤충, 절지 동물, 해충, 무척추 동물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1000AEE-F3BC-086E-DD12-62D2A3CFA7A1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3116" y="7436488"/>
            <a:ext cx="763200" cy="763200"/>
          </a:xfrm>
          <a:prstGeom prst="rect">
            <a:avLst/>
          </a:prstGeom>
        </p:spPr>
      </p:pic>
      <p:pic>
        <p:nvPicPr>
          <p:cNvPr id="86" name="그림 85" descr="곤충, 절지 동물, 해충, 무척추 동물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2CAF1FA-714A-C4F2-3EC6-ECE1C3DB3717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8332" y="7459930"/>
            <a:ext cx="763200" cy="763200"/>
          </a:xfrm>
          <a:prstGeom prst="rect">
            <a:avLst/>
          </a:prstGeom>
        </p:spPr>
      </p:pic>
      <p:pic>
        <p:nvPicPr>
          <p:cNvPr id="87" name="그림 86" descr="무척추 동물, 절지 동물, 해충, 곤충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49BC930-F646-B5CA-40A1-211701E62C8D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04152" y="7448810"/>
            <a:ext cx="763200" cy="763200"/>
          </a:xfrm>
          <a:prstGeom prst="rect">
            <a:avLst/>
          </a:prstGeom>
        </p:spPr>
      </p:pic>
      <p:pic>
        <p:nvPicPr>
          <p:cNvPr id="88" name="그림 87" descr="곤충, 절지 동물, 해충, 무척추 동물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8040C83-2CBA-88C3-CCA8-7AF2192E78E6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3372" y="7436908"/>
            <a:ext cx="763200" cy="763200"/>
          </a:xfrm>
          <a:prstGeom prst="rect">
            <a:avLst/>
          </a:prstGeom>
        </p:spPr>
      </p:pic>
      <p:pic>
        <p:nvPicPr>
          <p:cNvPr id="89" name="그림 88" descr="예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2CB6B2F-018D-DF1E-9525-F63C511FBA21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6341" y="7445071"/>
            <a:ext cx="763200" cy="763200"/>
          </a:xfrm>
          <a:prstGeom prst="rect">
            <a:avLst/>
          </a:prstGeom>
        </p:spPr>
      </p:pic>
      <p:pic>
        <p:nvPicPr>
          <p:cNvPr id="90" name="그림 89" descr="잔디, 야외, 포유류, 집고양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65E1F25-6531-75BA-2BC8-2BE1E3DDC594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2438" y="7448810"/>
            <a:ext cx="763200" cy="763200"/>
          </a:xfrm>
          <a:prstGeom prst="rect">
            <a:avLst/>
          </a:prstGeom>
        </p:spPr>
      </p:pic>
      <p:pic>
        <p:nvPicPr>
          <p:cNvPr id="91" name="그림 90" descr="곤충, 절지 동물, 해충, 무척추 동물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ACBD59F-0CE5-FE69-9C09-D1FB33E5C0AD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2235" y="7441284"/>
            <a:ext cx="763200" cy="763200"/>
          </a:xfrm>
          <a:prstGeom prst="rect">
            <a:avLst/>
          </a:prstGeom>
        </p:spPr>
      </p:pic>
      <p:sp>
        <p:nvSpPr>
          <p:cNvPr id="92" name="TextBox 91">
            <a:extLst>
              <a:ext uri="{FF2B5EF4-FFF2-40B4-BE49-F238E27FC236}">
                <a16:creationId xmlns:a16="http://schemas.microsoft.com/office/drawing/2014/main" id="{9CF6D6D7-3423-9ECF-3500-62FB342871B6}"/>
              </a:ext>
            </a:extLst>
          </p:cNvPr>
          <p:cNvSpPr txBox="1"/>
          <p:nvPr/>
        </p:nvSpPr>
        <p:spPr>
          <a:xfrm>
            <a:off x="6681863" y="8985125"/>
            <a:ext cx="8617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>
                <a:latin typeface="Times New Roman" panose="02020603050405020304" pitchFamily="18" charset="0"/>
                <a:cs typeface="Times New Roman" panose="02020603050405020304" pitchFamily="18" charset="0"/>
              </a:rPr>
              <a:t>Ours</a:t>
            </a:r>
            <a:endParaRPr lang="ko-KR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451D465E-818D-8303-5203-30737B22A459}"/>
              </a:ext>
            </a:extLst>
          </p:cNvPr>
          <p:cNvSpPr txBox="1"/>
          <p:nvPr/>
        </p:nvSpPr>
        <p:spPr>
          <a:xfrm>
            <a:off x="7754400" y="8985125"/>
            <a:ext cx="21973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altLang="ko-KR" sz="2000">
                <a:latin typeface="Times New Roman" panose="02020603050405020304" pitchFamily="18" charset="0"/>
                <a:cs typeface="Times New Roman" panose="02020603050405020304" pitchFamily="18" charset="0"/>
              </a:rPr>
              <a:t>Benign</a:t>
            </a:r>
            <a:endParaRPr lang="ko-KR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0CE560FC-5EBA-E2B0-11FC-F72DC3561413}"/>
              </a:ext>
            </a:extLst>
          </p:cNvPr>
          <p:cNvSpPr txBox="1"/>
          <p:nvPr/>
        </p:nvSpPr>
        <p:spPr>
          <a:xfrm>
            <a:off x="10152770" y="8985125"/>
            <a:ext cx="9730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>
                <a:latin typeface="Times New Roman" panose="02020603050405020304" pitchFamily="18" charset="0"/>
                <a:cs typeface="Times New Roman" panose="02020603050405020304" pitchFamily="18" charset="0"/>
              </a:rPr>
              <a:t>Malign</a:t>
            </a:r>
            <a:endParaRPr lang="ko-KR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57097AE4-3D1C-58B9-7E6B-41F65001F412}"/>
              </a:ext>
            </a:extLst>
          </p:cNvPr>
          <p:cNvSpPr txBox="1"/>
          <p:nvPr/>
        </p:nvSpPr>
        <p:spPr>
          <a:xfrm>
            <a:off x="11319088" y="8985125"/>
            <a:ext cx="9730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>
                <a:latin typeface="Times New Roman" panose="02020603050405020304" pitchFamily="18" charset="0"/>
                <a:cs typeface="Times New Roman" panose="02020603050405020304" pitchFamily="18" charset="0"/>
              </a:rPr>
              <a:t>OOD</a:t>
            </a:r>
            <a:endParaRPr lang="ko-KR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663C6A6A-8DA6-1E4B-159A-6633EE9CCB31}"/>
              </a:ext>
            </a:extLst>
          </p:cNvPr>
          <p:cNvSpPr txBox="1"/>
          <p:nvPr/>
        </p:nvSpPr>
        <p:spPr>
          <a:xfrm>
            <a:off x="4316037" y="8976542"/>
            <a:ext cx="8617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>
                <a:latin typeface="Times New Roman" panose="02020603050405020304" pitchFamily="18" charset="0"/>
                <a:cs typeface="Times New Roman" panose="02020603050405020304" pitchFamily="18" charset="0"/>
              </a:rPr>
              <a:t>Ref</a:t>
            </a:r>
            <a:endParaRPr lang="ko-KR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7" name="직선 연결선 96">
            <a:extLst>
              <a:ext uri="{FF2B5EF4-FFF2-40B4-BE49-F238E27FC236}">
                <a16:creationId xmlns:a16="http://schemas.microsoft.com/office/drawing/2014/main" id="{1801CC62-01BA-F5B1-379C-7520594CB9EB}"/>
              </a:ext>
            </a:extLst>
          </p:cNvPr>
          <p:cNvCxnSpPr/>
          <p:nvPr/>
        </p:nvCxnSpPr>
        <p:spPr>
          <a:xfrm>
            <a:off x="5343068" y="7342068"/>
            <a:ext cx="0" cy="1649250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8" name="직선 연결선 97">
            <a:extLst>
              <a:ext uri="{FF2B5EF4-FFF2-40B4-BE49-F238E27FC236}">
                <a16:creationId xmlns:a16="http://schemas.microsoft.com/office/drawing/2014/main" id="{8EE1D2F5-0827-902D-F4DC-91654F1165D8}"/>
              </a:ext>
            </a:extLst>
          </p:cNvPr>
          <p:cNvCxnSpPr/>
          <p:nvPr/>
        </p:nvCxnSpPr>
        <p:spPr>
          <a:xfrm>
            <a:off x="6552067" y="7350651"/>
            <a:ext cx="0" cy="1649250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9" name="직선 연결선 98">
            <a:extLst>
              <a:ext uri="{FF2B5EF4-FFF2-40B4-BE49-F238E27FC236}">
                <a16:creationId xmlns:a16="http://schemas.microsoft.com/office/drawing/2014/main" id="{F84A3C0D-64A5-E4E9-32E1-981C7D8C109D}"/>
              </a:ext>
            </a:extLst>
          </p:cNvPr>
          <p:cNvCxnSpPr/>
          <p:nvPr/>
        </p:nvCxnSpPr>
        <p:spPr>
          <a:xfrm>
            <a:off x="7712239" y="7350651"/>
            <a:ext cx="0" cy="1649250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0" name="직선 연결선 99">
            <a:extLst>
              <a:ext uri="{FF2B5EF4-FFF2-40B4-BE49-F238E27FC236}">
                <a16:creationId xmlns:a16="http://schemas.microsoft.com/office/drawing/2014/main" id="{220D73FA-0EE0-E46D-6CDC-1463EE01BF40}"/>
              </a:ext>
            </a:extLst>
          </p:cNvPr>
          <p:cNvCxnSpPr/>
          <p:nvPr/>
        </p:nvCxnSpPr>
        <p:spPr>
          <a:xfrm>
            <a:off x="10059199" y="7350651"/>
            <a:ext cx="0" cy="1649250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1" name="직선 연결선 100">
            <a:extLst>
              <a:ext uri="{FF2B5EF4-FFF2-40B4-BE49-F238E27FC236}">
                <a16:creationId xmlns:a16="http://schemas.microsoft.com/office/drawing/2014/main" id="{3BFF64D2-BCCB-EA1E-2E8F-C872241FF4F6}"/>
              </a:ext>
            </a:extLst>
          </p:cNvPr>
          <p:cNvCxnSpPr/>
          <p:nvPr/>
        </p:nvCxnSpPr>
        <p:spPr>
          <a:xfrm>
            <a:off x="11247919" y="7350651"/>
            <a:ext cx="0" cy="1649250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2" name="TextBox 101">
            <a:extLst>
              <a:ext uri="{FF2B5EF4-FFF2-40B4-BE49-F238E27FC236}">
                <a16:creationId xmlns:a16="http://schemas.microsoft.com/office/drawing/2014/main" id="{19E6A988-6196-51D9-E3A6-616C94C9DD0C}"/>
              </a:ext>
            </a:extLst>
          </p:cNvPr>
          <p:cNvSpPr txBox="1"/>
          <p:nvPr/>
        </p:nvSpPr>
        <p:spPr>
          <a:xfrm>
            <a:off x="5472109" y="8976542"/>
            <a:ext cx="8617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>
                <a:latin typeface="Times New Roman" panose="02020603050405020304" pitchFamily="18" charset="0"/>
                <a:cs typeface="Times New Roman" panose="02020603050405020304" pitchFamily="18" charset="0"/>
              </a:rPr>
              <a:t>Occ</a:t>
            </a:r>
            <a:endParaRPr lang="ko-KR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3" name="사각형: 둥근 모서리 102">
            <a:extLst>
              <a:ext uri="{FF2B5EF4-FFF2-40B4-BE49-F238E27FC236}">
                <a16:creationId xmlns:a16="http://schemas.microsoft.com/office/drawing/2014/main" id="{9EC33737-018C-11B7-1D17-BBA0E56A96CF}"/>
              </a:ext>
            </a:extLst>
          </p:cNvPr>
          <p:cNvSpPr/>
          <p:nvPr/>
        </p:nvSpPr>
        <p:spPr>
          <a:xfrm>
            <a:off x="16458589" y="4376045"/>
            <a:ext cx="2244838" cy="904853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Pre-trained</a:t>
            </a:r>
            <a:r>
              <a:rPr lang="ko-KR" altLang="en-US" sz="20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20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VGG</a:t>
            </a:r>
          </a:p>
          <a:p>
            <a:pPr algn="ctr"/>
            <a:r>
              <a:rPr lang="en-US" altLang="ko-KR" sz="20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 Extractor</a:t>
            </a:r>
            <a:endParaRPr lang="ko-KR" altLang="en-US" sz="2000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339D5D1B-3912-F40F-8C47-93607E838F98}"/>
                  </a:ext>
                </a:extLst>
              </p:cNvPr>
              <p:cNvSpPr txBox="1"/>
              <p:nvPr/>
            </p:nvSpPr>
            <p:spPr>
              <a:xfrm>
                <a:off x="14352571" y="4186084"/>
                <a:ext cx="812103" cy="4154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1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sz="2100" i="1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 sz="2100" i="1">
                              <a:latin typeface="Cambria Math" panose="02040503050406030204" pitchFamily="18" charset="0"/>
                            </a:rPr>
                            <m:t>clean</m:t>
                          </m:r>
                        </m:sub>
                      </m:sSub>
                    </m:oMath>
                  </m:oMathPara>
                </a14:m>
                <a:endParaRPr lang="ko-KR" altLang="en-US" sz="2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339D5D1B-3912-F40F-8C47-93607E838F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52571" y="4186084"/>
                <a:ext cx="812103" cy="415498"/>
              </a:xfrm>
              <a:prstGeom prst="rect">
                <a:avLst/>
              </a:prstGeom>
              <a:blipFill>
                <a:blip r:embed="rId23"/>
                <a:stretch>
                  <a:fillRect l="-5970" b="-294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7290CDFA-070B-8A6D-7EE8-6BE4206229F3}"/>
                  </a:ext>
                </a:extLst>
              </p:cNvPr>
              <p:cNvSpPr txBox="1"/>
              <p:nvPr/>
            </p:nvSpPr>
            <p:spPr>
              <a:xfrm>
                <a:off x="14352572" y="5332221"/>
                <a:ext cx="812103" cy="4154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1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sz="2100" i="1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 sz="2100" i="1">
                              <a:latin typeface="Cambria Math" panose="02040503050406030204" pitchFamily="18" charset="0"/>
                            </a:rPr>
                            <m:t>others</m:t>
                          </m:r>
                        </m:sub>
                      </m:sSub>
                    </m:oMath>
                  </m:oMathPara>
                </a14:m>
                <a:endParaRPr lang="ko-KR" altLang="en-US" sz="2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7290CDFA-070B-8A6D-7EE8-6BE4206229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52572" y="5332221"/>
                <a:ext cx="812103" cy="415498"/>
              </a:xfrm>
              <a:prstGeom prst="rect">
                <a:avLst/>
              </a:prstGeom>
              <a:blipFill>
                <a:blip r:embed="rId24"/>
                <a:stretch>
                  <a:fillRect l="-12687" r="-746" b="-294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6" name="연결선: 꺾임 105">
            <a:extLst>
              <a:ext uri="{FF2B5EF4-FFF2-40B4-BE49-F238E27FC236}">
                <a16:creationId xmlns:a16="http://schemas.microsoft.com/office/drawing/2014/main" id="{7BF12F1C-2311-9AC6-6C49-CDC726E04242}"/>
              </a:ext>
            </a:extLst>
          </p:cNvPr>
          <p:cNvCxnSpPr>
            <a:cxnSpLocks/>
            <a:stCxn id="104" idx="3"/>
            <a:endCxn id="103" idx="1"/>
          </p:cNvCxnSpPr>
          <p:nvPr/>
        </p:nvCxnSpPr>
        <p:spPr>
          <a:xfrm>
            <a:off x="15164671" y="4393833"/>
            <a:ext cx="1293918" cy="43463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7" name="연결선: 꺾임 106">
            <a:extLst>
              <a:ext uri="{FF2B5EF4-FFF2-40B4-BE49-F238E27FC236}">
                <a16:creationId xmlns:a16="http://schemas.microsoft.com/office/drawing/2014/main" id="{940646A5-1D98-0DBB-A0CC-9ACCC027CEB2}"/>
              </a:ext>
            </a:extLst>
          </p:cNvPr>
          <p:cNvCxnSpPr>
            <a:cxnSpLocks/>
            <a:stCxn id="105" idx="3"/>
            <a:endCxn id="103" idx="1"/>
          </p:cNvCxnSpPr>
          <p:nvPr/>
        </p:nvCxnSpPr>
        <p:spPr>
          <a:xfrm flipV="1">
            <a:off x="15164675" y="4828472"/>
            <a:ext cx="1293917" cy="71150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DADE0B15-5D86-6D73-927B-A14DCD785C78}"/>
                  </a:ext>
                </a:extLst>
              </p:cNvPr>
              <p:cNvSpPr txBox="1"/>
              <p:nvPr/>
            </p:nvSpPr>
            <p:spPr>
              <a:xfrm>
                <a:off x="15778278" y="2887095"/>
                <a:ext cx="4103822" cy="4442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1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Semantic Preservation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1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21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D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21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FeatMap</m:t>
                        </m:r>
                      </m:sub>
                    </m:sSub>
                  </m:oMath>
                </a14:m>
                <a:r>
                  <a:rPr lang="en-US" altLang="ko-KR" sz="21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endParaRPr lang="ko-KR" altLang="en-US" sz="2100" b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DADE0B15-5D86-6D73-927B-A14DCD785C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78278" y="2887095"/>
                <a:ext cx="4103822" cy="444224"/>
              </a:xfrm>
              <a:prstGeom prst="rect">
                <a:avLst/>
              </a:prstGeom>
              <a:blipFill>
                <a:blip r:embed="rId25"/>
                <a:stretch>
                  <a:fillRect l="-594" t="-9722" r="-446" b="-208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9" name="직사각형 108">
            <a:extLst>
              <a:ext uri="{FF2B5EF4-FFF2-40B4-BE49-F238E27FC236}">
                <a16:creationId xmlns:a16="http://schemas.microsoft.com/office/drawing/2014/main" id="{AB03388E-3571-5564-F25B-91C04079465F}"/>
              </a:ext>
            </a:extLst>
          </p:cNvPr>
          <p:cNvSpPr/>
          <p:nvPr/>
        </p:nvSpPr>
        <p:spPr>
          <a:xfrm>
            <a:off x="20096311" y="3593138"/>
            <a:ext cx="828037" cy="8560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0" name="직사각형 109">
            <a:extLst>
              <a:ext uri="{FF2B5EF4-FFF2-40B4-BE49-F238E27FC236}">
                <a16:creationId xmlns:a16="http://schemas.microsoft.com/office/drawing/2014/main" id="{D3A4608E-6EE9-873C-6539-3910A4A7ED89}"/>
              </a:ext>
            </a:extLst>
          </p:cNvPr>
          <p:cNvSpPr/>
          <p:nvPr/>
        </p:nvSpPr>
        <p:spPr>
          <a:xfrm>
            <a:off x="19900476" y="3773325"/>
            <a:ext cx="828037" cy="8560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1" name="직사각형 110">
                <a:extLst>
                  <a:ext uri="{FF2B5EF4-FFF2-40B4-BE49-F238E27FC236}">
                    <a16:creationId xmlns:a16="http://schemas.microsoft.com/office/drawing/2014/main" id="{7F55D41E-C023-16BE-709A-DDB908C79DD8}"/>
                  </a:ext>
                </a:extLst>
              </p:cNvPr>
              <p:cNvSpPr/>
              <p:nvPr/>
            </p:nvSpPr>
            <p:spPr>
              <a:xfrm>
                <a:off x="19748076" y="3941085"/>
                <a:ext cx="828037" cy="856053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sSub>
                        <m:sSubPr>
                          <m:ctrlPr>
                            <a:rPr lang="en-US" altLang="ko-KR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f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clean</m:t>
                          </m:r>
                        </m:sub>
                      </m:sSub>
                    </m:oMath>
                  </m:oMathPara>
                </a14:m>
                <a:endParaRPr lang="ko-KR" altLang="en-US" sz="20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1" name="직사각형 110">
                <a:extLst>
                  <a:ext uri="{FF2B5EF4-FFF2-40B4-BE49-F238E27FC236}">
                    <a16:creationId xmlns:a16="http://schemas.microsoft.com/office/drawing/2014/main" id="{7F55D41E-C023-16BE-709A-DDB908C79DD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48076" y="3941085"/>
                <a:ext cx="828037" cy="856053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2" name="직사각형 111">
            <a:extLst>
              <a:ext uri="{FF2B5EF4-FFF2-40B4-BE49-F238E27FC236}">
                <a16:creationId xmlns:a16="http://schemas.microsoft.com/office/drawing/2014/main" id="{DA8BFFE8-966C-D0EF-689A-BC1BF93196E9}"/>
              </a:ext>
            </a:extLst>
          </p:cNvPr>
          <p:cNvSpPr/>
          <p:nvPr/>
        </p:nvSpPr>
        <p:spPr>
          <a:xfrm>
            <a:off x="20162094" y="5191904"/>
            <a:ext cx="828037" cy="8560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3" name="직사각형 112">
            <a:extLst>
              <a:ext uri="{FF2B5EF4-FFF2-40B4-BE49-F238E27FC236}">
                <a16:creationId xmlns:a16="http://schemas.microsoft.com/office/drawing/2014/main" id="{815130B4-A59B-B957-37CD-A5B53BD83856}"/>
              </a:ext>
            </a:extLst>
          </p:cNvPr>
          <p:cNvSpPr/>
          <p:nvPr/>
        </p:nvSpPr>
        <p:spPr>
          <a:xfrm>
            <a:off x="19966259" y="5372091"/>
            <a:ext cx="828037" cy="8560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4" name="직사각형 113">
                <a:extLst>
                  <a:ext uri="{FF2B5EF4-FFF2-40B4-BE49-F238E27FC236}">
                    <a16:creationId xmlns:a16="http://schemas.microsoft.com/office/drawing/2014/main" id="{AFD9479F-22F4-CF3F-932A-B59BBB1DE819}"/>
                  </a:ext>
                </a:extLst>
              </p:cNvPr>
              <p:cNvSpPr/>
              <p:nvPr/>
            </p:nvSpPr>
            <p:spPr>
              <a:xfrm>
                <a:off x="19813859" y="5539851"/>
                <a:ext cx="828037" cy="856053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sSub>
                        <m:sSubPr>
                          <m:ctrlPr>
                            <a:rPr lang="en-US" altLang="ko-KR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f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others</m:t>
                          </m:r>
                        </m:sub>
                      </m:sSub>
                    </m:oMath>
                  </m:oMathPara>
                </a14:m>
                <a:endParaRPr lang="ko-KR" altLang="en-US" sz="20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4" name="직사각형 113">
                <a:extLst>
                  <a:ext uri="{FF2B5EF4-FFF2-40B4-BE49-F238E27FC236}">
                    <a16:creationId xmlns:a16="http://schemas.microsoft.com/office/drawing/2014/main" id="{AFD9479F-22F4-CF3F-932A-B59BBB1DE81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13859" y="5539851"/>
                <a:ext cx="828037" cy="856053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5" name="화살표: 오른쪽 114">
            <a:extLst>
              <a:ext uri="{FF2B5EF4-FFF2-40B4-BE49-F238E27FC236}">
                <a16:creationId xmlns:a16="http://schemas.microsoft.com/office/drawing/2014/main" id="{BF377FE5-A409-E183-F73C-6D1FD12D569F}"/>
              </a:ext>
            </a:extLst>
          </p:cNvPr>
          <p:cNvSpPr/>
          <p:nvPr/>
        </p:nvSpPr>
        <p:spPr>
          <a:xfrm>
            <a:off x="18946145" y="4677673"/>
            <a:ext cx="658293" cy="324117"/>
          </a:xfrm>
          <a:prstGeom prst="rightArrow">
            <a:avLst/>
          </a:prstGeom>
          <a:solidFill>
            <a:schemeClr val="bg2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6" name="TextBox 115">
                <a:extLst>
                  <a:ext uri="{FF2B5EF4-FFF2-40B4-BE49-F238E27FC236}">
                    <a16:creationId xmlns:a16="http://schemas.microsoft.com/office/drawing/2014/main" id="{80E8CCEC-8824-861F-E6E8-D3A2B48E559D}"/>
                  </a:ext>
                </a:extLst>
              </p:cNvPr>
              <p:cNvSpPr txBox="1"/>
              <p:nvPr/>
            </p:nvSpPr>
            <p:spPr>
              <a:xfrm>
                <a:off x="15963025" y="6672880"/>
                <a:ext cx="3907987" cy="4154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1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Structural Integrity (Edge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1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100" b="1" i="1">
                            <a:latin typeface="Cambria Math" panose="02040503050406030204" pitchFamily="18" charset="0"/>
                          </a:rPr>
                          <m:t>𝑳</m:t>
                        </m:r>
                      </m:e>
                      <m:sub>
                        <m:r>
                          <a:rPr lang="en-US" altLang="ko-KR" sz="2100" b="1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ko-KR" sz="2100" b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ko-KR" altLang="en-US" sz="2100" b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6" name="TextBox 115">
                <a:extLst>
                  <a:ext uri="{FF2B5EF4-FFF2-40B4-BE49-F238E27FC236}">
                    <a16:creationId xmlns:a16="http://schemas.microsoft.com/office/drawing/2014/main" id="{80E8CCEC-8824-861F-E6E8-D3A2B48E55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63025" y="6672880"/>
                <a:ext cx="3907987" cy="415498"/>
              </a:xfrm>
              <a:prstGeom prst="rect">
                <a:avLst/>
              </a:prstGeom>
              <a:blipFill>
                <a:blip r:embed="rId28"/>
                <a:stretch>
                  <a:fillRect t="-10294" b="-2794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4133FB94-F9D6-666C-389A-9FDB73069D43}"/>
                  </a:ext>
                </a:extLst>
              </p:cNvPr>
              <p:cNvSpPr txBox="1"/>
              <p:nvPr/>
            </p:nvSpPr>
            <p:spPr>
              <a:xfrm>
                <a:off x="14489731" y="7397865"/>
                <a:ext cx="812103" cy="4154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1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sz="2100" i="1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 sz="2100" i="1">
                              <a:latin typeface="Cambria Math" panose="02040503050406030204" pitchFamily="18" charset="0"/>
                            </a:rPr>
                            <m:t>clean</m:t>
                          </m:r>
                        </m:sub>
                      </m:sSub>
                    </m:oMath>
                  </m:oMathPara>
                </a14:m>
                <a:endParaRPr lang="ko-KR" altLang="en-US" sz="2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4133FB94-F9D6-666C-389A-9FDB73069D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89731" y="7397865"/>
                <a:ext cx="812103" cy="415498"/>
              </a:xfrm>
              <a:prstGeom prst="rect">
                <a:avLst/>
              </a:prstGeom>
              <a:blipFill>
                <a:blip r:embed="rId29"/>
                <a:stretch>
                  <a:fillRect l="-6015" b="-294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89035CE8-51C9-E865-D10B-DF61F38983B7}"/>
                  </a:ext>
                </a:extLst>
              </p:cNvPr>
              <p:cNvSpPr txBox="1"/>
              <p:nvPr/>
            </p:nvSpPr>
            <p:spPr>
              <a:xfrm>
                <a:off x="14489731" y="8544001"/>
                <a:ext cx="812103" cy="4154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1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sz="2100" i="1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 sz="2100" i="1">
                              <a:latin typeface="Cambria Math" panose="02040503050406030204" pitchFamily="18" charset="0"/>
                            </a:rPr>
                            <m:t>others</m:t>
                          </m:r>
                        </m:sub>
                      </m:sSub>
                    </m:oMath>
                  </m:oMathPara>
                </a14:m>
                <a:endParaRPr lang="ko-KR" altLang="en-US" sz="2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89035CE8-51C9-E865-D10B-DF61F38983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89731" y="8544001"/>
                <a:ext cx="812103" cy="415498"/>
              </a:xfrm>
              <a:prstGeom prst="rect">
                <a:avLst/>
              </a:prstGeom>
              <a:blipFill>
                <a:blip r:embed="rId30"/>
                <a:stretch>
                  <a:fillRect l="-13534" r="-1504" b="-294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9" name="연결선: 꺾임 118">
            <a:extLst>
              <a:ext uri="{FF2B5EF4-FFF2-40B4-BE49-F238E27FC236}">
                <a16:creationId xmlns:a16="http://schemas.microsoft.com/office/drawing/2014/main" id="{85CBC264-D761-E044-C64E-01D1E1AE602F}"/>
              </a:ext>
            </a:extLst>
          </p:cNvPr>
          <p:cNvCxnSpPr>
            <a:cxnSpLocks/>
            <a:stCxn id="117" idx="3"/>
          </p:cNvCxnSpPr>
          <p:nvPr/>
        </p:nvCxnSpPr>
        <p:spPr>
          <a:xfrm>
            <a:off x="15301831" y="7605614"/>
            <a:ext cx="1156758" cy="53390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0" name="연결선: 꺾임 119">
            <a:extLst>
              <a:ext uri="{FF2B5EF4-FFF2-40B4-BE49-F238E27FC236}">
                <a16:creationId xmlns:a16="http://schemas.microsoft.com/office/drawing/2014/main" id="{6A255197-FC9E-C797-0381-8F43475421A3}"/>
              </a:ext>
            </a:extLst>
          </p:cNvPr>
          <p:cNvCxnSpPr>
            <a:cxnSpLocks/>
            <a:stCxn id="118" idx="3"/>
          </p:cNvCxnSpPr>
          <p:nvPr/>
        </p:nvCxnSpPr>
        <p:spPr>
          <a:xfrm flipV="1">
            <a:off x="15301831" y="8139522"/>
            <a:ext cx="1156758" cy="61223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1" name="직선 연결선 120">
            <a:extLst>
              <a:ext uri="{FF2B5EF4-FFF2-40B4-BE49-F238E27FC236}">
                <a16:creationId xmlns:a16="http://schemas.microsoft.com/office/drawing/2014/main" id="{13E9521B-82FD-AC5B-5D33-580EE259178F}"/>
              </a:ext>
            </a:extLst>
          </p:cNvPr>
          <p:cNvCxnSpPr>
            <a:cxnSpLocks/>
          </p:cNvCxnSpPr>
          <p:nvPr/>
        </p:nvCxnSpPr>
        <p:spPr>
          <a:xfrm>
            <a:off x="14355469" y="6553197"/>
            <a:ext cx="6949440" cy="0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CC577F12-BD0D-1062-6675-6DCDAD18706E}"/>
                  </a:ext>
                </a:extLst>
              </p:cNvPr>
              <p:cNvSpPr txBox="1"/>
              <p:nvPr/>
            </p:nvSpPr>
            <p:spPr>
              <a:xfrm>
                <a:off x="21304909" y="4712671"/>
                <a:ext cx="1713875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2000" i="1">
                        <a:latin typeface="Cambria Math" panose="02040503050406030204" pitchFamily="18" charset="0"/>
                      </a:rPr>
                      <m:t>L</m:t>
                    </m:r>
                  </m:oMath>
                </a14:m>
                <a:r>
                  <a:rPr lang="en-US" altLang="ko-KR" sz="2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 Distance</a:t>
                </a:r>
                <a:endParaRPr lang="ko-KR" altLang="en-US" sz="2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CC577F12-BD0D-1062-6675-6DCDAD1870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04909" y="4712671"/>
                <a:ext cx="1713875" cy="400110"/>
              </a:xfrm>
              <a:prstGeom prst="rect">
                <a:avLst/>
              </a:prstGeom>
              <a:blipFill>
                <a:blip r:embed="rId31"/>
                <a:stretch>
                  <a:fillRect t="-7576" b="-2575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3" name="화살표: 오른쪽 122">
            <a:extLst>
              <a:ext uri="{FF2B5EF4-FFF2-40B4-BE49-F238E27FC236}">
                <a16:creationId xmlns:a16="http://schemas.microsoft.com/office/drawing/2014/main" id="{70C4ED48-7DDB-43E2-E7B4-4C37DF9A3466}"/>
              </a:ext>
            </a:extLst>
          </p:cNvPr>
          <p:cNvSpPr/>
          <p:nvPr/>
        </p:nvSpPr>
        <p:spPr>
          <a:xfrm>
            <a:off x="12868290" y="6363931"/>
            <a:ext cx="689099" cy="347947"/>
          </a:xfrm>
          <a:prstGeom prst="rightArrow">
            <a:avLst/>
          </a:prstGeom>
          <a:solidFill>
            <a:schemeClr val="bg2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F50B7CC5-5EE1-FDDC-9C86-F17A120DC314}"/>
              </a:ext>
            </a:extLst>
          </p:cNvPr>
          <p:cNvSpPr txBox="1"/>
          <p:nvPr/>
        </p:nvSpPr>
        <p:spPr>
          <a:xfrm>
            <a:off x="6704871" y="2138329"/>
            <a:ext cx="34277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</a:t>
            </a:r>
            <a:endParaRPr lang="ko-KR" alt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5964919D-584D-0654-8284-291B3C83CCEE}"/>
              </a:ext>
            </a:extLst>
          </p:cNvPr>
          <p:cNvSpPr txBox="1"/>
          <p:nvPr/>
        </p:nvSpPr>
        <p:spPr>
          <a:xfrm>
            <a:off x="15961587" y="2138329"/>
            <a:ext cx="34277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Evaluation</a:t>
            </a:r>
            <a:endParaRPr lang="ko-KR" alt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26" name="연결선: 구부러짐 125">
            <a:extLst>
              <a:ext uri="{FF2B5EF4-FFF2-40B4-BE49-F238E27FC236}">
                <a16:creationId xmlns:a16="http://schemas.microsoft.com/office/drawing/2014/main" id="{E231FE4A-B062-CE33-F8BF-C4CEEB15E115}"/>
              </a:ext>
            </a:extLst>
          </p:cNvPr>
          <p:cNvCxnSpPr>
            <a:cxnSpLocks/>
            <a:stCxn id="122" idx="0"/>
            <a:endCxn id="109" idx="3"/>
          </p:cNvCxnSpPr>
          <p:nvPr/>
        </p:nvCxnSpPr>
        <p:spPr>
          <a:xfrm rot="16200000" flipV="1">
            <a:off x="21197347" y="3748170"/>
            <a:ext cx="691509" cy="1237499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7" name="연결선: 구부러짐 126">
            <a:extLst>
              <a:ext uri="{FF2B5EF4-FFF2-40B4-BE49-F238E27FC236}">
                <a16:creationId xmlns:a16="http://schemas.microsoft.com/office/drawing/2014/main" id="{89303CA2-6364-9AFF-980B-AEA933E32014}"/>
              </a:ext>
            </a:extLst>
          </p:cNvPr>
          <p:cNvCxnSpPr>
            <a:cxnSpLocks/>
            <a:stCxn id="122" idx="2"/>
            <a:endCxn id="112" idx="3"/>
          </p:cNvCxnSpPr>
          <p:nvPr/>
        </p:nvCxnSpPr>
        <p:spPr>
          <a:xfrm rot="5400000">
            <a:off x="21322419" y="4780496"/>
            <a:ext cx="507147" cy="1171716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8" name="사각형: 둥근 모서리 127">
            <a:extLst>
              <a:ext uri="{FF2B5EF4-FFF2-40B4-BE49-F238E27FC236}">
                <a16:creationId xmlns:a16="http://schemas.microsoft.com/office/drawing/2014/main" id="{B5BBE6B0-6A6D-086B-E3B0-C17926966EDA}"/>
              </a:ext>
            </a:extLst>
          </p:cNvPr>
          <p:cNvSpPr/>
          <p:nvPr/>
        </p:nvSpPr>
        <p:spPr>
          <a:xfrm>
            <a:off x="16458589" y="7658301"/>
            <a:ext cx="2244838" cy="904853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Sobel Filter</a:t>
            </a:r>
            <a:endParaRPr lang="ko-KR" altLang="en-US" sz="2000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9" name="화살표: 오른쪽 128">
            <a:extLst>
              <a:ext uri="{FF2B5EF4-FFF2-40B4-BE49-F238E27FC236}">
                <a16:creationId xmlns:a16="http://schemas.microsoft.com/office/drawing/2014/main" id="{C592ADA5-835A-B098-E3A6-31E072742DB2}"/>
              </a:ext>
            </a:extLst>
          </p:cNvPr>
          <p:cNvSpPr/>
          <p:nvPr/>
        </p:nvSpPr>
        <p:spPr>
          <a:xfrm>
            <a:off x="18946145" y="7990228"/>
            <a:ext cx="658293" cy="324117"/>
          </a:xfrm>
          <a:prstGeom prst="rightArrow">
            <a:avLst/>
          </a:prstGeom>
          <a:solidFill>
            <a:schemeClr val="bg2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30" name="그림 129" descr="스케치, 흑백, 예술, 모노크롬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1411E66-234B-A5EA-1E1C-8C325C8CC727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75065" y="7163416"/>
            <a:ext cx="884346" cy="992804"/>
          </a:xfrm>
          <a:prstGeom prst="rect">
            <a:avLst/>
          </a:prstGeom>
        </p:spPr>
      </p:pic>
      <p:pic>
        <p:nvPicPr>
          <p:cNvPr id="131" name="그림 130" descr="스케치, 텍스트, 예술, 흑백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5FDDE55-3252-B357-E637-0DEFB7D64C18}"/>
              </a:ext>
            </a:extLst>
          </p:cNvPr>
          <p:cNvPicPr>
            <a:picLocks noChangeAspect="1"/>
          </p:cNvPicPr>
          <p:nvPr/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3119" y="8409156"/>
            <a:ext cx="884347" cy="99280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2" name="TextBox 131">
                <a:extLst>
                  <a:ext uri="{FF2B5EF4-FFF2-40B4-BE49-F238E27FC236}">
                    <a16:creationId xmlns:a16="http://schemas.microsoft.com/office/drawing/2014/main" id="{BB20FA0A-EE4A-1FB2-1A96-566E53FC48E6}"/>
                  </a:ext>
                </a:extLst>
              </p:cNvPr>
              <p:cNvSpPr txBox="1"/>
              <p:nvPr/>
            </p:nvSpPr>
            <p:spPr>
              <a:xfrm>
                <a:off x="21304909" y="8032100"/>
                <a:ext cx="1713875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2000" i="1">
                        <a:latin typeface="Cambria Math" panose="02040503050406030204" pitchFamily="18" charset="0"/>
                      </a:rPr>
                      <m:t>L</m:t>
                    </m:r>
                  </m:oMath>
                </a14:m>
                <a:r>
                  <a:rPr lang="en-US" altLang="ko-KR" sz="2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 Distance</a:t>
                </a:r>
                <a:endParaRPr lang="ko-KR" altLang="en-US" sz="2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2" name="TextBox 131">
                <a:extLst>
                  <a:ext uri="{FF2B5EF4-FFF2-40B4-BE49-F238E27FC236}">
                    <a16:creationId xmlns:a16="http://schemas.microsoft.com/office/drawing/2014/main" id="{BB20FA0A-EE4A-1FB2-1A96-566E53FC48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04909" y="8032100"/>
                <a:ext cx="1713875" cy="400110"/>
              </a:xfrm>
              <a:prstGeom prst="rect">
                <a:avLst/>
              </a:prstGeom>
              <a:blipFill>
                <a:blip r:embed="rId34"/>
                <a:stretch>
                  <a:fillRect t="-9231" b="-2769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3" name="연결선: 구부러짐 132">
            <a:extLst>
              <a:ext uri="{FF2B5EF4-FFF2-40B4-BE49-F238E27FC236}">
                <a16:creationId xmlns:a16="http://schemas.microsoft.com/office/drawing/2014/main" id="{AA219724-54CA-B7A4-788B-365A4E448F27}"/>
              </a:ext>
            </a:extLst>
          </p:cNvPr>
          <p:cNvCxnSpPr>
            <a:cxnSpLocks/>
            <a:stCxn id="132" idx="0"/>
            <a:endCxn id="130" idx="3"/>
          </p:cNvCxnSpPr>
          <p:nvPr/>
        </p:nvCxnSpPr>
        <p:spPr>
          <a:xfrm rot="16200000" flipV="1">
            <a:off x="21324488" y="7194741"/>
            <a:ext cx="372282" cy="1302436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4" name="연결선: 구부러짐 133">
            <a:extLst>
              <a:ext uri="{FF2B5EF4-FFF2-40B4-BE49-F238E27FC236}">
                <a16:creationId xmlns:a16="http://schemas.microsoft.com/office/drawing/2014/main" id="{250D5E7F-01D1-8C14-29A2-5E3FBFBBAAFA}"/>
              </a:ext>
            </a:extLst>
          </p:cNvPr>
          <p:cNvCxnSpPr>
            <a:cxnSpLocks/>
            <a:stCxn id="132" idx="2"/>
            <a:endCxn id="131" idx="3"/>
          </p:cNvCxnSpPr>
          <p:nvPr/>
        </p:nvCxnSpPr>
        <p:spPr>
          <a:xfrm rot="5400000">
            <a:off x="21277984" y="8021696"/>
            <a:ext cx="473346" cy="1294381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1408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그래프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643EF01-1261-8BE8-BDC8-4DCAC52002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8035" y="1402559"/>
            <a:ext cx="10903903" cy="7994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4507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 descr="사람, 곤충, 무척추 동물, 실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F186665-033B-E5AF-B9D1-317C7D6F26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3642" y="2715735"/>
            <a:ext cx="1825200" cy="1825200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939794F6-FE17-48D6-A503-47FBF16E69B0}"/>
              </a:ext>
            </a:extLst>
          </p:cNvPr>
          <p:cNvSpPr/>
          <p:nvPr/>
        </p:nvSpPr>
        <p:spPr>
          <a:xfrm>
            <a:off x="10534771" y="3303204"/>
            <a:ext cx="433381" cy="639898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684CD3D3-FB7B-A527-8141-1B648303351B}"/>
              </a:ext>
            </a:extLst>
          </p:cNvPr>
          <p:cNvGrpSpPr/>
          <p:nvPr/>
        </p:nvGrpSpPr>
        <p:grpSpPr>
          <a:xfrm>
            <a:off x="11790117" y="2715870"/>
            <a:ext cx="1824180" cy="1824180"/>
            <a:chOff x="5433614" y="874713"/>
            <a:chExt cx="1824180" cy="1824180"/>
          </a:xfrm>
        </p:grpSpPr>
        <p:pic>
          <p:nvPicPr>
            <p:cNvPr id="9" name="그림 8" descr="다채로움, 노랑, 스크린샷, 그래픽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4E039CE6-6948-35B4-1D37-88A8AD491F6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33614" y="874713"/>
              <a:ext cx="1824180" cy="1824180"/>
            </a:xfrm>
            <a:prstGeom prst="rect">
              <a:avLst/>
            </a:prstGeom>
          </p:spPr>
        </p:pic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23A271FF-83A0-8397-F060-521E54583459}"/>
                </a:ext>
              </a:extLst>
            </p:cNvPr>
            <p:cNvSpPr/>
            <p:nvPr/>
          </p:nvSpPr>
          <p:spPr>
            <a:xfrm>
              <a:off x="5985148" y="1466854"/>
              <a:ext cx="433381" cy="639898"/>
            </a:xfrm>
            <a:prstGeom prst="rect">
              <a:avLst/>
            </a:pr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8CA858D8-A223-8D26-A25B-72D71F9077BA}"/>
              </a:ext>
            </a:extLst>
          </p:cNvPr>
          <p:cNvGrpSpPr/>
          <p:nvPr/>
        </p:nvGrpSpPr>
        <p:grpSpPr>
          <a:xfrm>
            <a:off x="13614297" y="2717775"/>
            <a:ext cx="1824180" cy="1824180"/>
            <a:chOff x="7257794" y="874713"/>
            <a:chExt cx="1824180" cy="1824180"/>
          </a:xfrm>
        </p:grpSpPr>
        <p:pic>
          <p:nvPicPr>
            <p:cNvPr id="12" name="그림 11" descr="스크린샷, 다채로움, 키보드, 빛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9C065880-85EF-48C8-16BF-8C0B1014DEF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257794" y="874713"/>
              <a:ext cx="1824180" cy="1824180"/>
            </a:xfrm>
            <a:prstGeom prst="rect">
              <a:avLst/>
            </a:prstGeom>
          </p:spPr>
        </p:pic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DD7B3678-2C87-EF39-4E1E-B45F37A079D2}"/>
                </a:ext>
              </a:extLst>
            </p:cNvPr>
            <p:cNvSpPr/>
            <p:nvPr/>
          </p:nvSpPr>
          <p:spPr>
            <a:xfrm>
              <a:off x="7834648" y="1466854"/>
              <a:ext cx="433381" cy="639898"/>
            </a:xfrm>
            <a:prstGeom prst="rect">
              <a:avLst/>
            </a:pr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20" name="그림 19" descr="실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97A8F69-5254-05AD-6F7A-42779630EEB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3642" y="4540800"/>
            <a:ext cx="1825200" cy="1825200"/>
          </a:xfrm>
          <a:prstGeom prst="rect">
            <a:avLst/>
          </a:prstGeom>
        </p:spPr>
      </p:pic>
      <p:pic>
        <p:nvPicPr>
          <p:cNvPr id="21" name="그림 20" descr="다채로움, 스크린샷, 노랑, 프랙탈 아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1345BB8-0C4E-4BCD-2D2F-1DF6B306C7F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89217" y="4540527"/>
            <a:ext cx="1825200" cy="1825200"/>
          </a:xfrm>
          <a:prstGeom prst="rect">
            <a:avLst/>
          </a:prstGeom>
        </p:spPr>
      </p:pic>
      <p:pic>
        <p:nvPicPr>
          <p:cNvPr id="22" name="그림 21" descr="다채로움, 스크린샷, 무지개, 일렉트릭 블루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EC007CD-545C-4144-81DA-B57128FAA4F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12252" y="4539677"/>
            <a:ext cx="1825200" cy="1825200"/>
          </a:xfrm>
          <a:prstGeom prst="rect">
            <a:avLst/>
          </a:prstGeom>
        </p:spPr>
      </p:pic>
      <p:sp>
        <p:nvSpPr>
          <p:cNvPr id="23" name="직사각형 22">
            <a:extLst>
              <a:ext uri="{FF2B5EF4-FFF2-40B4-BE49-F238E27FC236}">
                <a16:creationId xmlns:a16="http://schemas.microsoft.com/office/drawing/2014/main" id="{030FBA14-505E-F25B-3B29-A660BA7DC706}"/>
              </a:ext>
            </a:extLst>
          </p:cNvPr>
          <p:cNvSpPr/>
          <p:nvPr/>
        </p:nvSpPr>
        <p:spPr>
          <a:xfrm>
            <a:off x="10840873" y="5272062"/>
            <a:ext cx="250950" cy="45339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F0406B5A-462E-5EBA-FD7F-14789433D623}"/>
              </a:ext>
            </a:extLst>
          </p:cNvPr>
          <p:cNvSpPr/>
          <p:nvPr/>
        </p:nvSpPr>
        <p:spPr>
          <a:xfrm>
            <a:off x="12646117" y="5272062"/>
            <a:ext cx="250950" cy="45339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E123F792-C014-CCF3-00C0-BB2B29A7C9CA}"/>
              </a:ext>
            </a:extLst>
          </p:cNvPr>
          <p:cNvSpPr/>
          <p:nvPr/>
        </p:nvSpPr>
        <p:spPr>
          <a:xfrm>
            <a:off x="14471692" y="5254536"/>
            <a:ext cx="250950" cy="45339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73354DC-D4F4-7FCC-A1E0-4FFFDCAFAB3D}"/>
              </a:ext>
            </a:extLst>
          </p:cNvPr>
          <p:cNvSpPr txBox="1"/>
          <p:nvPr/>
        </p:nvSpPr>
        <p:spPr>
          <a:xfrm>
            <a:off x="9966441" y="6370187"/>
            <a:ext cx="182367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500">
                <a:latin typeface="Times New Roman" panose="02020603050405020304" pitchFamily="18" charset="0"/>
                <a:cs typeface="Times New Roman" panose="02020603050405020304" pitchFamily="18" charset="0"/>
              </a:rPr>
              <a:t>(a) Input (Original)</a:t>
            </a:r>
            <a:endParaRPr lang="ko-KR" altLang="en-US" sz="15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D6FB77B-BA0C-A697-040F-0515655E8791}"/>
              </a:ext>
            </a:extLst>
          </p:cNvPr>
          <p:cNvSpPr txBox="1"/>
          <p:nvPr/>
        </p:nvSpPr>
        <p:spPr>
          <a:xfrm>
            <a:off x="11790112" y="6370187"/>
            <a:ext cx="182367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500">
                <a:latin typeface="Times New Roman" panose="02020603050405020304" pitchFamily="18" charset="0"/>
                <a:cs typeface="Times New Roman" panose="02020603050405020304" pitchFamily="18" charset="0"/>
              </a:rPr>
              <a:t>(b) Previous</a:t>
            </a:r>
            <a:endParaRPr lang="ko-KR" altLang="en-US" sz="15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1B21241-F695-5E5F-642C-03D2558B2659}"/>
              </a:ext>
            </a:extLst>
          </p:cNvPr>
          <p:cNvSpPr txBox="1"/>
          <p:nvPr/>
        </p:nvSpPr>
        <p:spPr>
          <a:xfrm>
            <a:off x="13613782" y="6370187"/>
            <a:ext cx="182367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500">
                <a:latin typeface="Times New Roman" panose="02020603050405020304" pitchFamily="18" charset="0"/>
                <a:cs typeface="Times New Roman" panose="02020603050405020304" pitchFamily="18" charset="0"/>
              </a:rPr>
              <a:t>(c) Ours</a:t>
            </a:r>
            <a:endParaRPr lang="ko-KR" altLang="en-US" sz="15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30195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 descr="다채로움, 노랑, 스크린샷, 페인팅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D48E904-F97F-C3C3-79F9-288C51C6C5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30971" y="2783001"/>
            <a:ext cx="1825200" cy="1825200"/>
          </a:xfrm>
          <a:prstGeom prst="rect">
            <a:avLst/>
          </a:prstGeom>
        </p:spPr>
      </p:pic>
      <p:pic>
        <p:nvPicPr>
          <p:cNvPr id="4" name="그림 3" descr="다채로움, 스크린샷, 일렉트릭 블루, 마조렐 블루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47D2E2B-1B05-9D9C-91C5-77E0D3AD90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56171" y="2782491"/>
            <a:ext cx="1825200" cy="1825200"/>
          </a:xfrm>
          <a:prstGeom prst="rect">
            <a:avLst/>
          </a:prstGeom>
        </p:spPr>
      </p:pic>
      <p:pic>
        <p:nvPicPr>
          <p:cNvPr id="5" name="그림 4" descr="다채로움, 스크린샷, 노랑, 그래픽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F6E2014-97A5-991A-0602-F51B1A21E83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30971" y="4607181"/>
            <a:ext cx="1825200" cy="1825200"/>
          </a:xfrm>
          <a:prstGeom prst="rect">
            <a:avLst/>
          </a:prstGeom>
        </p:spPr>
      </p:pic>
      <p:pic>
        <p:nvPicPr>
          <p:cNvPr id="6" name="그림 5" descr="다채로움, 콤팩트 디스크, 원, 데이터 저장 장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E9D83FC-52E2-FE95-27EC-1AAD8458E78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54783" y="4607181"/>
            <a:ext cx="1825200" cy="1825200"/>
          </a:xfrm>
          <a:prstGeom prst="rect">
            <a:avLst/>
          </a:prstGeom>
        </p:spPr>
      </p:pic>
      <p:pic>
        <p:nvPicPr>
          <p:cNvPr id="7" name="그림 6" descr="쇠살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C84F891-70F3-11EB-AFCB-97D9BB6C29A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4383" y="2782491"/>
            <a:ext cx="1825200" cy="1825200"/>
          </a:xfrm>
          <a:prstGeom prst="rect">
            <a:avLst/>
          </a:prstGeom>
        </p:spPr>
      </p:pic>
      <p:pic>
        <p:nvPicPr>
          <p:cNvPr id="8" name="그림 7" descr="원, 시계, 실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7D221B7-4C72-22FA-C971-38584768C63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4383" y="4607181"/>
            <a:ext cx="1825200" cy="1825200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154C9CE5-FB05-F707-B258-63E87C4D1F3E}"/>
              </a:ext>
            </a:extLst>
          </p:cNvPr>
          <p:cNvSpPr/>
          <p:nvPr/>
        </p:nvSpPr>
        <p:spPr>
          <a:xfrm>
            <a:off x="10855007" y="5472061"/>
            <a:ext cx="480060" cy="58314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36D6EA5-8F27-A704-0CE7-47A2F387A025}"/>
              </a:ext>
            </a:extLst>
          </p:cNvPr>
          <p:cNvSpPr/>
          <p:nvPr/>
        </p:nvSpPr>
        <p:spPr>
          <a:xfrm>
            <a:off x="10733087" y="3837785"/>
            <a:ext cx="388620" cy="335281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64FD7B81-6248-CAAB-60CB-9687EF08F30C}"/>
              </a:ext>
            </a:extLst>
          </p:cNvPr>
          <p:cNvSpPr/>
          <p:nvPr/>
        </p:nvSpPr>
        <p:spPr>
          <a:xfrm>
            <a:off x="12558287" y="3837784"/>
            <a:ext cx="388620" cy="335281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943C3CBA-DCA6-07DB-42D3-CEDA847D097E}"/>
              </a:ext>
            </a:extLst>
          </p:cNvPr>
          <p:cNvSpPr/>
          <p:nvPr/>
        </p:nvSpPr>
        <p:spPr>
          <a:xfrm>
            <a:off x="14383487" y="3837784"/>
            <a:ext cx="388620" cy="335281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854086D5-4BA3-CC3E-20A7-0017FA15FECE}"/>
              </a:ext>
            </a:extLst>
          </p:cNvPr>
          <p:cNvSpPr/>
          <p:nvPr/>
        </p:nvSpPr>
        <p:spPr>
          <a:xfrm>
            <a:off x="12678819" y="5472061"/>
            <a:ext cx="480060" cy="58314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CC65E878-D7B0-FEDB-2C3C-DB274B86E219}"/>
              </a:ext>
            </a:extLst>
          </p:cNvPr>
          <p:cNvSpPr/>
          <p:nvPr/>
        </p:nvSpPr>
        <p:spPr>
          <a:xfrm>
            <a:off x="14504019" y="5472061"/>
            <a:ext cx="480060" cy="58314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31DC970-7AEA-CFF9-6F3F-E944E951A2A7}"/>
              </a:ext>
            </a:extLst>
          </p:cNvPr>
          <p:cNvSpPr txBox="1"/>
          <p:nvPr/>
        </p:nvSpPr>
        <p:spPr>
          <a:xfrm>
            <a:off x="10104383" y="6431871"/>
            <a:ext cx="182367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500">
                <a:latin typeface="Times New Roman" panose="02020603050405020304" pitchFamily="18" charset="0"/>
                <a:cs typeface="Times New Roman" panose="02020603050405020304" pitchFamily="18" charset="0"/>
              </a:rPr>
              <a:t>(a) Input (GAC)</a:t>
            </a:r>
            <a:endParaRPr lang="ko-KR" altLang="en-US" sz="15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65B6EB3-3B94-FBAD-B18D-5DA4A0AFC655}"/>
              </a:ext>
            </a:extLst>
          </p:cNvPr>
          <p:cNvSpPr txBox="1"/>
          <p:nvPr/>
        </p:nvSpPr>
        <p:spPr>
          <a:xfrm>
            <a:off x="11928054" y="6431871"/>
            <a:ext cx="182367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500">
                <a:latin typeface="Times New Roman" panose="02020603050405020304" pitchFamily="18" charset="0"/>
                <a:cs typeface="Times New Roman" panose="02020603050405020304" pitchFamily="18" charset="0"/>
              </a:rPr>
              <a:t>(b) Previous</a:t>
            </a:r>
            <a:endParaRPr lang="ko-KR" altLang="en-US" sz="15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7050B63-2965-E3A8-EE14-506983DF85C4}"/>
              </a:ext>
            </a:extLst>
          </p:cNvPr>
          <p:cNvSpPr txBox="1"/>
          <p:nvPr/>
        </p:nvSpPr>
        <p:spPr>
          <a:xfrm>
            <a:off x="13751724" y="6431871"/>
            <a:ext cx="182367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500">
                <a:latin typeface="Times New Roman" panose="02020603050405020304" pitchFamily="18" charset="0"/>
                <a:cs typeface="Times New Roman" panose="02020603050405020304" pitchFamily="18" charset="0"/>
              </a:rPr>
              <a:t>(c) Ours</a:t>
            </a:r>
            <a:endParaRPr lang="ko-KR" altLang="en-US" sz="15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95293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D4A5E9F7-37EA-5656-626E-AB0F8B1909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3671847"/>
              </p:ext>
            </p:extLst>
          </p:nvPr>
        </p:nvGraphicFramePr>
        <p:xfrm>
          <a:off x="7093949" y="3458643"/>
          <a:ext cx="11012076" cy="3151397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2753019">
                  <a:extLst>
                    <a:ext uri="{9D8B030D-6E8A-4147-A177-3AD203B41FA5}">
                      <a16:colId xmlns:a16="http://schemas.microsoft.com/office/drawing/2014/main" val="1798608085"/>
                    </a:ext>
                  </a:extLst>
                </a:gridCol>
                <a:gridCol w="2753019">
                  <a:extLst>
                    <a:ext uri="{9D8B030D-6E8A-4147-A177-3AD203B41FA5}">
                      <a16:colId xmlns:a16="http://schemas.microsoft.com/office/drawing/2014/main" val="4087889410"/>
                    </a:ext>
                  </a:extLst>
                </a:gridCol>
                <a:gridCol w="2753019">
                  <a:extLst>
                    <a:ext uri="{9D8B030D-6E8A-4147-A177-3AD203B41FA5}">
                      <a16:colId xmlns:a16="http://schemas.microsoft.com/office/drawing/2014/main" val="3569722446"/>
                    </a:ext>
                  </a:extLst>
                </a:gridCol>
                <a:gridCol w="2753019">
                  <a:extLst>
                    <a:ext uri="{9D8B030D-6E8A-4147-A177-3AD203B41FA5}">
                      <a16:colId xmlns:a16="http://schemas.microsoft.com/office/drawing/2014/main" val="3338924322"/>
                    </a:ext>
                  </a:extLst>
                </a:gridCol>
              </a:tblGrid>
              <a:tr h="41255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GAC Image</a:t>
                      </a:r>
                      <a:endParaRPr lang="ko-KR" altLang="en-US" sz="2400" b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Blur Image</a:t>
                      </a:r>
                      <a:endParaRPr lang="ko-KR" altLang="en-US" sz="2400" b="0" i="0" u="none" strike="noStrike" kern="12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Black-Out Image</a:t>
                      </a:r>
                      <a:endParaRPr lang="ko-KR" altLang="en-US" sz="2400" b="0" i="0" u="none" strike="noStrike" kern="12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Ours (YOLO-Crop)</a:t>
                      </a:r>
                      <a:endParaRPr lang="ko-KR" altLang="en-US" sz="2400" b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5637245"/>
                  </a:ext>
                </a:extLst>
              </a:tr>
              <a:tr h="2694197">
                <a:tc>
                  <a:txBody>
                    <a:bodyPr/>
                    <a:lstStyle/>
                    <a:p>
                      <a:pPr latinLnBrk="1"/>
                      <a:endParaRPr lang="ko-KR" altLang="en-US" sz="5300"/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300"/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3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300"/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4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300"/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5"/>
                      <a:stretch>
                        <a:fillRect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26372824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081562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>
            <a:extLst>
              <a:ext uri="{FF2B5EF4-FFF2-40B4-BE49-F238E27FC236}">
                <a16:creationId xmlns:a16="http://schemas.microsoft.com/office/drawing/2014/main" id="{EADD8EB0-DBF9-DB36-AF58-ED357374D337}"/>
              </a:ext>
            </a:extLst>
          </p:cNvPr>
          <p:cNvGrpSpPr/>
          <p:nvPr/>
        </p:nvGrpSpPr>
        <p:grpSpPr>
          <a:xfrm>
            <a:off x="7442125" y="2690547"/>
            <a:ext cx="10315724" cy="5418667"/>
            <a:chOff x="702165" y="804563"/>
            <a:chExt cx="10315724" cy="5418667"/>
          </a:xfrm>
        </p:grpSpPr>
        <p:grpSp>
          <p:nvGrpSpPr>
            <p:cNvPr id="15" name="그룹 14">
              <a:extLst>
                <a:ext uri="{FF2B5EF4-FFF2-40B4-BE49-F238E27FC236}">
                  <a16:creationId xmlns:a16="http://schemas.microsoft.com/office/drawing/2014/main" id="{0A6A2FC9-81D9-5C9C-6D90-F576DACB8493}"/>
                </a:ext>
              </a:extLst>
            </p:cNvPr>
            <p:cNvGrpSpPr/>
            <p:nvPr/>
          </p:nvGrpSpPr>
          <p:grpSpPr>
            <a:xfrm>
              <a:off x="702165" y="804563"/>
              <a:ext cx="10315724" cy="5418667"/>
              <a:chOff x="5965020" y="1151978"/>
              <a:chExt cx="10315724" cy="5418667"/>
            </a:xfrm>
          </p:grpSpPr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4438EC2F-E3B5-6DEF-638B-371A150EECAA}"/>
                  </a:ext>
                </a:extLst>
              </p:cNvPr>
              <p:cNvSpPr txBox="1"/>
              <p:nvPr/>
            </p:nvSpPr>
            <p:spPr>
              <a:xfrm>
                <a:off x="5965020" y="2107937"/>
                <a:ext cx="256722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YOLO V8 Medium</a:t>
                </a:r>
                <a:endParaRPr lang="ko-KR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graphicFrame>
                <p:nvGraphicFramePr>
                  <p:cNvPr id="19" name="차트 18">
                    <a:extLst>
                      <a:ext uri="{FF2B5EF4-FFF2-40B4-BE49-F238E27FC236}">
                        <a16:creationId xmlns:a16="http://schemas.microsoft.com/office/drawing/2014/main" id="{073DA7A5-EABB-86C6-809A-9E58BD2A450F}"/>
                      </a:ext>
                    </a:extLst>
                  </p:cNvPr>
                  <p:cNvGraphicFramePr/>
                  <p:nvPr>
                    <p:extLst>
                      <p:ext uri="{D42A27DB-BD31-4B8C-83A1-F6EECF244321}">
                        <p14:modId xmlns:p14="http://schemas.microsoft.com/office/powerpoint/2010/main" val="252387826"/>
                      </p:ext>
                    </p:extLst>
                  </p:nvPr>
                </p:nvGraphicFramePr>
                <p:xfrm>
                  <a:off x="8128000" y="1151978"/>
                  <a:ext cx="8128000" cy="5418667"/>
                </p:xfrm>
                <a:graphic>
                  <a:graphicData uri="http://schemas.openxmlformats.org/drawingml/2006/chart">
                    <c:chart xmlns:c="http://schemas.openxmlformats.org/drawingml/2006/chart" xmlns:r="http://schemas.openxmlformats.org/officeDocument/2006/relationships" r:id="rId3"/>
                  </a:graphicData>
                </a:graphic>
              </p:graphicFrame>
            </mc:Choice>
            <mc:Fallback>
              <p:graphicFrame>
                <p:nvGraphicFramePr>
                  <p:cNvPr id="19" name="차트 18">
                    <a:extLst>
                      <a:ext uri="{FF2B5EF4-FFF2-40B4-BE49-F238E27FC236}">
                        <a16:creationId xmlns:a16="http://schemas.microsoft.com/office/drawing/2014/main" id="{073DA7A5-EABB-86C6-809A-9E58BD2A450F}"/>
                      </a:ext>
                    </a:extLst>
                  </p:cNvPr>
                  <p:cNvGraphicFramePr/>
                  <p:nvPr>
                    <p:extLst>
                      <p:ext uri="{D42A27DB-BD31-4B8C-83A1-F6EECF244321}">
                        <p14:modId xmlns:p14="http://schemas.microsoft.com/office/powerpoint/2010/main" val="252387826"/>
                      </p:ext>
                    </p:extLst>
                  </p:nvPr>
                </p:nvGraphicFramePr>
                <p:xfrm>
                  <a:off x="8128000" y="1151978"/>
                  <a:ext cx="8128000" cy="5418667"/>
                </p:xfrm>
                <a:graphic>
                  <a:graphicData uri="http://schemas.openxmlformats.org/drawingml/2006/chart">
                    <c:chart xmlns:c="http://schemas.openxmlformats.org/drawingml/2006/chart" xmlns:r="http://schemas.openxmlformats.org/officeDocument/2006/relationships" r:id="rId3"/>
                  </a:graphicData>
                </a:graphic>
              </p:graphicFrame>
            </mc:Fallback>
          </mc:AlternateContent>
          <p:cxnSp>
            <p:nvCxnSpPr>
              <p:cNvPr id="20" name="직선 연결선 19">
                <a:extLst>
                  <a:ext uri="{FF2B5EF4-FFF2-40B4-BE49-F238E27FC236}">
                    <a16:creationId xmlns:a16="http://schemas.microsoft.com/office/drawing/2014/main" id="{FE26604F-0D5D-E75A-8133-F181176B457E}"/>
                  </a:ext>
                </a:extLst>
              </p:cNvPr>
              <p:cNvCxnSpPr/>
              <p:nvPr/>
            </p:nvCxnSpPr>
            <p:spPr>
              <a:xfrm>
                <a:off x="7993625" y="1151978"/>
                <a:ext cx="0" cy="4727405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직선 연결선 20">
                <a:extLst>
                  <a:ext uri="{FF2B5EF4-FFF2-40B4-BE49-F238E27FC236}">
                    <a16:creationId xmlns:a16="http://schemas.microsoft.com/office/drawing/2014/main" id="{EA7BCE88-0DDC-CCA4-1197-73A0FA82735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98705" y="5874631"/>
                <a:ext cx="8282039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14E09DA0-CDCF-4199-3889-3C0C5A9810AA}"/>
                  </a:ext>
                </a:extLst>
              </p:cNvPr>
              <p:cNvSpPr txBox="1"/>
              <p:nvPr/>
            </p:nvSpPr>
            <p:spPr>
              <a:xfrm>
                <a:off x="6735072" y="1426135"/>
                <a:ext cx="1524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YOLO V5</a:t>
                </a:r>
                <a:endParaRPr lang="ko-KR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F5F188D0-0394-6888-C6F0-4819D3C18C46}"/>
                  </a:ext>
                </a:extLst>
              </p:cNvPr>
              <p:cNvSpPr txBox="1"/>
              <p:nvPr/>
            </p:nvSpPr>
            <p:spPr>
              <a:xfrm>
                <a:off x="6523023" y="5294631"/>
                <a:ext cx="1524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YOLO V8 X</a:t>
                </a:r>
                <a:endParaRPr lang="ko-KR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4E709645-49EE-382D-A60A-C52F9CB9DA09}"/>
                  </a:ext>
                </a:extLst>
              </p:cNvPr>
              <p:cNvSpPr txBox="1"/>
              <p:nvPr/>
            </p:nvSpPr>
            <p:spPr>
              <a:xfrm>
                <a:off x="6735072" y="4038377"/>
                <a:ext cx="1524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YOLO V4</a:t>
                </a:r>
                <a:endParaRPr lang="ko-KR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2E1A6FE9-7BAF-6D59-78BF-C0D1BDEB9B3A}"/>
                  </a:ext>
                </a:extLst>
              </p:cNvPr>
              <p:cNvSpPr txBox="1"/>
              <p:nvPr/>
            </p:nvSpPr>
            <p:spPr>
              <a:xfrm>
                <a:off x="6176272" y="4670964"/>
                <a:ext cx="222309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YOLO V8 Large</a:t>
                </a:r>
                <a:endParaRPr lang="ko-KR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E0CF05CA-375D-C824-9EA4-A068EC0D1F3E}"/>
                  </a:ext>
                </a:extLst>
              </p:cNvPr>
              <p:cNvSpPr txBox="1"/>
              <p:nvPr/>
            </p:nvSpPr>
            <p:spPr>
              <a:xfrm>
                <a:off x="6176272" y="2792291"/>
                <a:ext cx="222309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YOLO V8 Small</a:t>
                </a:r>
                <a:endParaRPr lang="ko-KR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7AEC156D-39AE-F2B8-FFDB-96DB2B26220C}"/>
                  </a:ext>
                </a:extLst>
              </p:cNvPr>
              <p:cNvSpPr txBox="1"/>
              <p:nvPr/>
            </p:nvSpPr>
            <p:spPr>
              <a:xfrm>
                <a:off x="6735072" y="3405446"/>
                <a:ext cx="1524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YOLO V2</a:t>
                </a:r>
                <a:endParaRPr lang="ko-KR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DC935AFE-B979-547A-8582-0ACB2E00D2A8}"/>
                </a:ext>
              </a:extLst>
            </p:cNvPr>
            <p:cNvSpPr txBox="1"/>
            <p:nvPr/>
          </p:nvSpPr>
          <p:spPr>
            <a:xfrm>
              <a:off x="4750599" y="5751473"/>
              <a:ext cx="62602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l-GR" altLang="ko-KR"/>
                <a:t>Δ</a:t>
              </a:r>
              <a:r>
                <a:rPr lang="en-US" altLang="ko-KR"/>
                <a:t> </a:t>
              </a:r>
              <a:endParaRPr lang="ko-KR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061948A8-4181-76D8-661E-DCBFE82712C3}"/>
                    </a:ext>
                  </a:extLst>
                </p:cNvPr>
                <p:cNvSpPr txBox="1"/>
                <p:nvPr/>
              </p:nvSpPr>
              <p:spPr>
                <a:xfrm>
                  <a:off x="8238027" y="5805510"/>
                  <a:ext cx="581826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D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GAC</m:t>
                            </m:r>
                          </m:sub>
                        </m:sSub>
                      </m:oMath>
                    </m:oMathPara>
                  </a14:m>
                  <a:endParaRPr lang="ko-KR" altLang="en-US"/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9DE26A24-6552-4381-E025-CBF6BEE23CD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38027" y="5805510"/>
                  <a:ext cx="581826" cy="276999"/>
                </a:xfrm>
                <a:prstGeom prst="rect">
                  <a:avLst/>
                </a:prstGeom>
                <a:blipFill>
                  <a:blip r:embed="rId4"/>
                  <a:stretch>
                    <a:fillRect l="-6250" r="-1042" b="-15556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5015196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1246</TotalTime>
  <Words>223</Words>
  <Application>Microsoft Office PowerPoint</Application>
  <PresentationFormat>사용자 지정</PresentationFormat>
  <Paragraphs>107</Paragraphs>
  <Slides>9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6" baseType="lpstr">
      <vt:lpstr>맑은 고딕</vt:lpstr>
      <vt:lpstr>Aptos</vt:lpstr>
      <vt:lpstr>Aptos Display</vt:lpstr>
      <vt:lpstr>Arial</vt:lpstr>
      <vt:lpstr>Cambria Math</vt:lpstr>
      <vt:lpstr>Times New Roman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황경하</dc:creator>
  <cp:lastModifiedBy>황경하</cp:lastModifiedBy>
  <cp:revision>17</cp:revision>
  <dcterms:created xsi:type="dcterms:W3CDTF">2025-12-03T00:55:53Z</dcterms:created>
  <dcterms:modified xsi:type="dcterms:W3CDTF">2026-03-02T11:56:17Z</dcterms:modified>
</cp:coreProperties>
</file>