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8288000" cy="10287000"/>
  <p:notesSz cx="6858000" cy="9144000"/>
  <p:embeddedFontLst>
    <p:embeddedFont>
      <p:font typeface="맑은 고딕" panose="020B0503020000020004" pitchFamily="50" charset="-127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DB180A"/>
    <a:srgbClr val="345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A470C-6457-4B6D-986D-9EB8F3DD0DBB}" v="39" dt="2026-03-03T07:32:09.044"/>
    <p1510:client id="{8E5FE2A0-B621-4D01-949A-E8AAF4A790A4}" v="8" dt="2026-03-03T08:58:49.839"/>
    <p1510:client id="{D86EC6BC-0BD0-437A-A7A9-FEE476E5A4E7}" v="312" dt="2026-03-02T13:31:09.0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황경하" userId="89f64ca3-534b-430b-acdd-e699c6ed959a" providerId="ADAL" clId="{2876A8CB-C35D-455B-A256-AB2AE2D4B55A}"/>
    <pc:docChg chg="undo custSel addSld delSld modSld sldOrd">
      <pc:chgData name="황경하" userId="89f64ca3-534b-430b-acdd-e699c6ed959a" providerId="ADAL" clId="{2876A8CB-C35D-455B-A256-AB2AE2D4B55A}" dt="2026-03-03T08:58:48.893" v="1962"/>
      <pc:docMkLst>
        <pc:docMk/>
      </pc:docMkLst>
      <pc:sldChg chg="addSp delSp modSp del mod">
        <pc:chgData name="황경하" userId="89f64ca3-534b-430b-acdd-e699c6ed959a" providerId="ADAL" clId="{2876A8CB-C35D-455B-A256-AB2AE2D4B55A}" dt="2026-03-02T12:27:41.201" v="24" actId="47"/>
        <pc:sldMkLst>
          <pc:docMk/>
          <pc:sldMk cId="0" sldId="256"/>
        </pc:sldMkLst>
      </pc:sldChg>
      <pc:sldChg chg="addSp delSp modSp new mod">
        <pc:chgData name="황경하" userId="89f64ca3-534b-430b-acdd-e699c6ed959a" providerId="ADAL" clId="{2876A8CB-C35D-455B-A256-AB2AE2D4B55A}" dt="2026-03-03T08:07:41.799" v="1865" actId="1076"/>
        <pc:sldMkLst>
          <pc:docMk/>
          <pc:sldMk cId="2469754974" sldId="256"/>
        </pc:sldMkLst>
        <pc:spChg chg="del">
          <ac:chgData name="황경하" userId="89f64ca3-534b-430b-acdd-e699c6ed959a" providerId="ADAL" clId="{2876A8CB-C35D-455B-A256-AB2AE2D4B55A}" dt="2026-03-03T08:06:37.766" v="1860" actId="478"/>
          <ac:spMkLst>
            <pc:docMk/>
            <pc:sldMk cId="2469754974" sldId="256"/>
            <ac:spMk id="2" creationId="{45568C91-B615-961F-CE35-109B3EC9B60B}"/>
          </ac:spMkLst>
        </pc:spChg>
        <pc:spChg chg="del">
          <ac:chgData name="황경하" userId="89f64ca3-534b-430b-acdd-e699c6ed959a" providerId="ADAL" clId="{2876A8CB-C35D-455B-A256-AB2AE2D4B55A}" dt="2026-03-03T08:06:37.766" v="1860" actId="478"/>
          <ac:spMkLst>
            <pc:docMk/>
            <pc:sldMk cId="2469754974" sldId="256"/>
            <ac:spMk id="3" creationId="{3E593656-0750-79EF-5123-AFB6ED81A658}"/>
          </ac:spMkLst>
        </pc:spChg>
        <pc:picChg chg="add mod">
          <ac:chgData name="황경하" userId="89f64ca3-534b-430b-acdd-e699c6ed959a" providerId="ADAL" clId="{2876A8CB-C35D-455B-A256-AB2AE2D4B55A}" dt="2026-03-03T08:07:41.799" v="1865" actId="1076"/>
          <ac:picMkLst>
            <pc:docMk/>
            <pc:sldMk cId="2469754974" sldId="256"/>
            <ac:picMk id="5" creationId="{FA600756-15C2-B77B-7A8E-9D795E29EBE7}"/>
          </ac:picMkLst>
        </pc:picChg>
      </pc:sldChg>
      <pc:sldChg chg="del">
        <pc:chgData name="황경하" userId="89f64ca3-534b-430b-acdd-e699c6ed959a" providerId="ADAL" clId="{2876A8CB-C35D-455B-A256-AB2AE2D4B55A}" dt="2026-03-02T12:27:41.201" v="24" actId="47"/>
        <pc:sldMkLst>
          <pc:docMk/>
          <pc:sldMk cId="0" sldId="257"/>
        </pc:sldMkLst>
      </pc:sldChg>
      <pc:sldChg chg="addSp delSp modSp new mod">
        <pc:chgData name="황경하" userId="89f64ca3-534b-430b-acdd-e699c6ed959a" providerId="ADAL" clId="{2876A8CB-C35D-455B-A256-AB2AE2D4B55A}" dt="2026-03-03T08:09:14.624" v="1881" actId="1076"/>
        <pc:sldMkLst>
          <pc:docMk/>
          <pc:sldMk cId="435781537" sldId="257"/>
        </pc:sldMkLst>
        <pc:spChg chg="del">
          <ac:chgData name="황경하" userId="89f64ca3-534b-430b-acdd-e699c6ed959a" providerId="ADAL" clId="{2876A8CB-C35D-455B-A256-AB2AE2D4B55A}" dt="2026-03-03T08:07:44.948" v="1867" actId="478"/>
          <ac:spMkLst>
            <pc:docMk/>
            <pc:sldMk cId="435781537" sldId="257"/>
            <ac:spMk id="2" creationId="{54736F7B-84FB-EA44-2533-3A50CE7D9FF2}"/>
          </ac:spMkLst>
        </pc:spChg>
        <pc:spChg chg="del">
          <ac:chgData name="황경하" userId="89f64ca3-534b-430b-acdd-e699c6ed959a" providerId="ADAL" clId="{2876A8CB-C35D-455B-A256-AB2AE2D4B55A}" dt="2026-03-03T08:07:44.948" v="1867" actId="478"/>
          <ac:spMkLst>
            <pc:docMk/>
            <pc:sldMk cId="435781537" sldId="257"/>
            <ac:spMk id="3" creationId="{AEC15F92-229A-6B98-0594-131124F67D67}"/>
          </ac:spMkLst>
        </pc:spChg>
        <pc:picChg chg="add mod">
          <ac:chgData name="황경하" userId="89f64ca3-534b-430b-acdd-e699c6ed959a" providerId="ADAL" clId="{2876A8CB-C35D-455B-A256-AB2AE2D4B55A}" dt="2026-03-03T08:09:14.624" v="1881" actId="1076"/>
          <ac:picMkLst>
            <pc:docMk/>
            <pc:sldMk cId="435781537" sldId="257"/>
            <ac:picMk id="5" creationId="{E030E0DA-7CBA-E005-9445-FFA40C31AAF0}"/>
          </ac:picMkLst>
        </pc:picChg>
      </pc:sldChg>
      <pc:sldChg chg="del">
        <pc:chgData name="황경하" userId="89f64ca3-534b-430b-acdd-e699c6ed959a" providerId="ADAL" clId="{2876A8CB-C35D-455B-A256-AB2AE2D4B55A}" dt="2026-03-02T12:27:41.201" v="24" actId="47"/>
        <pc:sldMkLst>
          <pc:docMk/>
          <pc:sldMk cId="0" sldId="258"/>
        </pc:sldMkLst>
      </pc:sldChg>
      <pc:sldChg chg="addSp delSp modSp new mod">
        <pc:chgData name="황경하" userId="89f64ca3-534b-430b-acdd-e699c6ed959a" providerId="ADAL" clId="{2876A8CB-C35D-455B-A256-AB2AE2D4B55A}" dt="2026-03-03T08:11:03.589" v="1891" actId="1076"/>
        <pc:sldMkLst>
          <pc:docMk/>
          <pc:sldMk cId="3772687911" sldId="258"/>
        </pc:sldMkLst>
        <pc:spChg chg="del">
          <ac:chgData name="황경하" userId="89f64ca3-534b-430b-acdd-e699c6ed959a" providerId="ADAL" clId="{2876A8CB-C35D-455B-A256-AB2AE2D4B55A}" dt="2026-03-03T08:09:19.197" v="1883" actId="478"/>
          <ac:spMkLst>
            <pc:docMk/>
            <pc:sldMk cId="3772687911" sldId="258"/>
            <ac:spMk id="2" creationId="{5E14234B-41B1-A1E4-68A7-9D933B6234BB}"/>
          </ac:spMkLst>
        </pc:spChg>
        <pc:spChg chg="del">
          <ac:chgData name="황경하" userId="89f64ca3-534b-430b-acdd-e699c6ed959a" providerId="ADAL" clId="{2876A8CB-C35D-455B-A256-AB2AE2D4B55A}" dt="2026-03-03T08:09:19.197" v="1883" actId="478"/>
          <ac:spMkLst>
            <pc:docMk/>
            <pc:sldMk cId="3772687911" sldId="258"/>
            <ac:spMk id="3" creationId="{6ADDDA0D-812C-C90C-A670-E5C2F15B2890}"/>
          </ac:spMkLst>
        </pc:spChg>
        <pc:picChg chg="add mod">
          <ac:chgData name="황경하" userId="89f64ca3-534b-430b-acdd-e699c6ed959a" providerId="ADAL" clId="{2876A8CB-C35D-455B-A256-AB2AE2D4B55A}" dt="2026-03-03T08:11:03.589" v="1891" actId="1076"/>
          <ac:picMkLst>
            <pc:docMk/>
            <pc:sldMk cId="3772687911" sldId="258"/>
            <ac:picMk id="5" creationId="{A48D0905-F202-0B6F-C824-37AD036B96F8}"/>
          </ac:picMkLst>
        </pc:picChg>
      </pc:sldChg>
      <pc:sldChg chg="addSp delSp modSp del mod">
        <pc:chgData name="황경하" userId="89f64ca3-534b-430b-acdd-e699c6ed959a" providerId="ADAL" clId="{2876A8CB-C35D-455B-A256-AB2AE2D4B55A}" dt="2026-03-02T12:57:24.147" v="633" actId="47"/>
        <pc:sldMkLst>
          <pc:docMk/>
          <pc:sldMk cId="0" sldId="259"/>
        </pc:sldMkLst>
        <pc:spChg chg="del">
          <ac:chgData name="황경하" userId="89f64ca3-534b-430b-acdd-e699c6ed959a" providerId="ADAL" clId="{2876A8CB-C35D-455B-A256-AB2AE2D4B55A}" dt="2026-03-02T12:27:47.294" v="25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27:55.328" v="34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27:47.294" v="25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27:51.357" v="28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27:47.294" v="25" actId="478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황경하" userId="89f64ca3-534b-430b-acdd-e699c6ed959a" providerId="ADAL" clId="{2876A8CB-C35D-455B-A256-AB2AE2D4B55A}" dt="2026-03-02T12:27:53.589" v="32" actId="478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황경하" userId="89f64ca3-534b-430b-acdd-e699c6ed959a" providerId="ADAL" clId="{2876A8CB-C35D-455B-A256-AB2AE2D4B55A}" dt="2026-03-02T12:28:31.159" v="46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27:57.290" v="35" actId="21"/>
          <ac:spMkLst>
            <pc:docMk/>
            <pc:sldMk cId="0" sldId="259"/>
            <ac:spMk id="13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27:57.290" v="35" actId="21"/>
          <ac:spMkLst>
            <pc:docMk/>
            <pc:sldMk cId="0" sldId="259"/>
            <ac:spMk id="14" creationId="{00000000-0000-0000-0000-000000000000}"/>
          </ac:spMkLst>
        </pc:spChg>
        <pc:spChg chg="del mod">
          <ac:chgData name="황경하" userId="89f64ca3-534b-430b-acdd-e699c6ed959a" providerId="ADAL" clId="{2876A8CB-C35D-455B-A256-AB2AE2D4B55A}" dt="2026-03-02T12:28:40.767" v="48" actId="478"/>
          <ac:spMkLst>
            <pc:docMk/>
            <pc:sldMk cId="0" sldId="259"/>
            <ac:spMk id="15" creationId="{00000000-0000-0000-0000-000000000000}"/>
          </ac:spMkLst>
        </pc:spChg>
        <pc:spChg chg="del mod">
          <ac:chgData name="황경하" userId="89f64ca3-534b-430b-acdd-e699c6ed959a" providerId="ADAL" clId="{2876A8CB-C35D-455B-A256-AB2AE2D4B55A}" dt="2026-03-02T12:28:38.824" v="47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27:57.290" v="35" actId="21"/>
          <ac:spMkLst>
            <pc:docMk/>
            <pc:sldMk cId="0" sldId="259"/>
            <ac:spMk id="17" creationId="{00000000-0000-0000-0000-000000000000}"/>
          </ac:spMkLst>
        </pc:spChg>
        <pc:spChg chg="del mod">
          <ac:chgData name="황경하" userId="89f64ca3-534b-430b-acdd-e699c6ed959a" providerId="ADAL" clId="{2876A8CB-C35D-455B-A256-AB2AE2D4B55A}" dt="2026-03-02T12:28:38.824" v="47" actId="478"/>
          <ac:spMkLst>
            <pc:docMk/>
            <pc:sldMk cId="0" sldId="259"/>
            <ac:spMk id="18" creationId="{00000000-0000-0000-0000-000000000000}"/>
          </ac:spMkLst>
        </pc:spChg>
        <pc:spChg chg="del mod">
          <ac:chgData name="황경하" userId="89f64ca3-534b-430b-acdd-e699c6ed959a" providerId="ADAL" clId="{2876A8CB-C35D-455B-A256-AB2AE2D4B55A}" dt="2026-03-02T12:28:38.824" v="47" actId="478"/>
          <ac:spMkLst>
            <pc:docMk/>
            <pc:sldMk cId="0" sldId="259"/>
            <ac:spMk id="19" creationId="{00000000-0000-0000-0000-000000000000}"/>
          </ac:spMkLst>
        </pc:spChg>
        <pc:spChg chg="del mod">
          <ac:chgData name="황경하" userId="89f64ca3-534b-430b-acdd-e699c6ed959a" providerId="ADAL" clId="{2876A8CB-C35D-455B-A256-AB2AE2D4B55A}" dt="2026-03-02T12:28:38.824" v="47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27:57.290" v="35" actId="21"/>
          <ac:spMkLst>
            <pc:docMk/>
            <pc:sldMk cId="0" sldId="259"/>
            <ac:spMk id="21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27:57.290" v="35" actId="21"/>
          <ac:spMkLst>
            <pc:docMk/>
            <pc:sldMk cId="0" sldId="259"/>
            <ac:spMk id="22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27:57.290" v="35" actId="21"/>
          <ac:spMkLst>
            <pc:docMk/>
            <pc:sldMk cId="0" sldId="259"/>
            <ac:spMk id="23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27:47.294" v="25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27:47.294" v="25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27:48.490" v="26" actId="478"/>
          <ac:spMkLst>
            <pc:docMk/>
            <pc:sldMk cId="0" sldId="259"/>
            <ac:spMk id="27" creationId="{00000000-0000-0000-0000-000000000000}"/>
          </ac:spMkLst>
        </pc:spChg>
        <pc:spChg chg="add mod">
          <ac:chgData name="황경하" userId="89f64ca3-534b-430b-acdd-e699c6ed959a" providerId="ADAL" clId="{2876A8CB-C35D-455B-A256-AB2AE2D4B55A}" dt="2026-03-02T12:35:53.469" v="341" actId="2711"/>
          <ac:spMkLst>
            <pc:docMk/>
            <pc:sldMk cId="0" sldId="259"/>
            <ac:spMk id="28" creationId="{0BE28234-E1EA-670C-8F45-835284CB753D}"/>
          </ac:spMkLst>
        </pc:spChg>
        <pc:spChg chg="add mod">
          <ac:chgData name="황경하" userId="89f64ca3-534b-430b-acdd-e699c6ed959a" providerId="ADAL" clId="{2876A8CB-C35D-455B-A256-AB2AE2D4B55A}" dt="2026-03-02T12:35:53.469" v="341" actId="2711"/>
          <ac:spMkLst>
            <pc:docMk/>
            <pc:sldMk cId="0" sldId="259"/>
            <ac:spMk id="29" creationId="{360F8752-5509-6AE3-AD2C-C2F8FC5F4998}"/>
          </ac:spMkLst>
        </pc:spChg>
        <pc:spChg chg="add mod">
          <ac:chgData name="황경하" userId="89f64ca3-534b-430b-acdd-e699c6ed959a" providerId="ADAL" clId="{2876A8CB-C35D-455B-A256-AB2AE2D4B55A}" dt="2026-03-02T12:35:53.469" v="341" actId="2711"/>
          <ac:spMkLst>
            <pc:docMk/>
            <pc:sldMk cId="0" sldId="259"/>
            <ac:spMk id="30" creationId="{37D4F4D7-C45F-CF54-F1FB-03108C4AED51}"/>
          </ac:spMkLst>
        </pc:spChg>
        <pc:spChg chg="add mod">
          <ac:chgData name="황경하" userId="89f64ca3-534b-430b-acdd-e699c6ed959a" providerId="ADAL" clId="{2876A8CB-C35D-455B-A256-AB2AE2D4B55A}" dt="2026-03-02T12:35:53.469" v="341" actId="2711"/>
          <ac:spMkLst>
            <pc:docMk/>
            <pc:sldMk cId="0" sldId="259"/>
            <ac:spMk id="31" creationId="{EF3590E4-A364-A3B0-7F9E-DB3E09240D2E}"/>
          </ac:spMkLst>
        </pc:spChg>
        <pc:spChg chg="add mod">
          <ac:chgData name="황경하" userId="89f64ca3-534b-430b-acdd-e699c6ed959a" providerId="ADAL" clId="{2876A8CB-C35D-455B-A256-AB2AE2D4B55A}" dt="2026-03-02T12:35:53.469" v="341" actId="2711"/>
          <ac:spMkLst>
            <pc:docMk/>
            <pc:sldMk cId="0" sldId="259"/>
            <ac:spMk id="32" creationId="{CFF7B4C0-3A62-B36D-77EB-158BCB22BA4E}"/>
          </ac:spMkLst>
        </pc:spChg>
        <pc:spChg chg="add mod">
          <ac:chgData name="황경하" userId="89f64ca3-534b-430b-acdd-e699c6ed959a" providerId="ADAL" clId="{2876A8CB-C35D-455B-A256-AB2AE2D4B55A}" dt="2026-03-02T12:31:08.708" v="153"/>
          <ac:spMkLst>
            <pc:docMk/>
            <pc:sldMk cId="0" sldId="259"/>
            <ac:spMk id="33" creationId="{64818643-EBED-4C50-9CCB-7CF66CB89A22}"/>
          </ac:spMkLst>
        </pc:spChg>
        <pc:spChg chg="add mod">
          <ac:chgData name="황경하" userId="89f64ca3-534b-430b-acdd-e699c6ed959a" providerId="ADAL" clId="{2876A8CB-C35D-455B-A256-AB2AE2D4B55A}" dt="2026-03-02T12:36:36.727" v="378" actId="14100"/>
          <ac:spMkLst>
            <pc:docMk/>
            <pc:sldMk cId="0" sldId="259"/>
            <ac:spMk id="34" creationId="{7FBB14F5-639B-D2B4-22F8-C7F9470E5FC1}"/>
          </ac:spMkLst>
        </pc:spChg>
        <pc:spChg chg="add del mod">
          <ac:chgData name="황경하" userId="89f64ca3-534b-430b-acdd-e699c6ed959a" providerId="ADAL" clId="{2876A8CB-C35D-455B-A256-AB2AE2D4B55A}" dt="2026-03-02T12:32:08.208" v="205" actId="478"/>
          <ac:spMkLst>
            <pc:docMk/>
            <pc:sldMk cId="0" sldId="259"/>
            <ac:spMk id="35" creationId="{DCEA47BD-C7F1-8173-E186-C960DBE7067A}"/>
          </ac:spMkLst>
        </pc:spChg>
        <pc:spChg chg="add del mod">
          <ac:chgData name="황경하" userId="89f64ca3-534b-430b-acdd-e699c6ed959a" providerId="ADAL" clId="{2876A8CB-C35D-455B-A256-AB2AE2D4B55A}" dt="2026-03-02T12:32:52.878" v="286" actId="478"/>
          <ac:spMkLst>
            <pc:docMk/>
            <pc:sldMk cId="0" sldId="259"/>
            <ac:spMk id="36" creationId="{2724D626-603F-E440-1F94-34C5990292C9}"/>
          </ac:spMkLst>
        </pc:spChg>
        <pc:spChg chg="add mod">
          <ac:chgData name="황경하" userId="89f64ca3-534b-430b-acdd-e699c6ed959a" providerId="ADAL" clId="{2876A8CB-C35D-455B-A256-AB2AE2D4B55A}" dt="2026-03-02T12:33:41.695" v="302" actId="2711"/>
          <ac:spMkLst>
            <pc:docMk/>
            <pc:sldMk cId="0" sldId="259"/>
            <ac:spMk id="37" creationId="{B1999C34-A5E8-583C-68E9-48F775E1DD86}"/>
          </ac:spMkLst>
        </pc:spChg>
        <pc:picChg chg="del">
          <ac:chgData name="황경하" userId="89f64ca3-534b-430b-acdd-e699c6ed959a" providerId="ADAL" clId="{2876A8CB-C35D-455B-A256-AB2AE2D4B55A}" dt="2026-03-02T12:27:54.551" v="33" actId="478"/>
          <ac:picMkLst>
            <pc:docMk/>
            <pc:sldMk cId="0" sldId="259"/>
            <ac:picMk id="2" creationId="{00000000-0000-0000-0000-000000000000}"/>
          </ac:picMkLst>
        </pc:picChg>
        <pc:picChg chg="del">
          <ac:chgData name="황경하" userId="89f64ca3-534b-430b-acdd-e699c6ed959a" providerId="ADAL" clId="{2876A8CB-C35D-455B-A256-AB2AE2D4B55A}" dt="2026-03-02T12:27:48.911" v="27" actId="478"/>
          <ac:picMkLst>
            <pc:docMk/>
            <pc:sldMk cId="0" sldId="259"/>
            <ac:picMk id="5" creationId="{00000000-0000-0000-0000-000000000000}"/>
          </ac:picMkLst>
        </pc:picChg>
        <pc:picChg chg="mod">
          <ac:chgData name="황경하" userId="89f64ca3-534b-430b-acdd-e699c6ed959a" providerId="ADAL" clId="{2876A8CB-C35D-455B-A256-AB2AE2D4B55A}" dt="2026-03-02T12:30:09.881" v="99" actId="1076"/>
          <ac:picMkLst>
            <pc:docMk/>
            <pc:sldMk cId="0" sldId="259"/>
            <ac:picMk id="10" creationId="{00000000-0000-0000-0000-000000000000}"/>
          </ac:picMkLst>
        </pc:picChg>
        <pc:picChg chg="del">
          <ac:chgData name="황경하" userId="89f64ca3-534b-430b-acdd-e699c6ed959a" providerId="ADAL" clId="{2876A8CB-C35D-455B-A256-AB2AE2D4B55A}" dt="2026-03-02T12:27:57.290" v="35" actId="21"/>
          <ac:picMkLst>
            <pc:docMk/>
            <pc:sldMk cId="0" sldId="259"/>
            <ac:picMk id="12" creationId="{00000000-0000-0000-0000-000000000000}"/>
          </ac:picMkLst>
        </pc:picChg>
        <pc:picChg chg="del">
          <ac:chgData name="황경하" userId="89f64ca3-534b-430b-acdd-e699c6ed959a" providerId="ADAL" clId="{2876A8CB-C35D-455B-A256-AB2AE2D4B55A}" dt="2026-03-02T12:27:47.294" v="25" actId="478"/>
          <ac:picMkLst>
            <pc:docMk/>
            <pc:sldMk cId="0" sldId="259"/>
            <ac:picMk id="26" creationId="{00000000-0000-0000-0000-000000000000}"/>
          </ac:picMkLst>
        </pc:picChg>
      </pc:sldChg>
      <pc:sldChg chg="addSp delSp modSp new mod">
        <pc:chgData name="황경하" userId="89f64ca3-534b-430b-acdd-e699c6ed959a" providerId="ADAL" clId="{2876A8CB-C35D-455B-A256-AB2AE2D4B55A}" dt="2026-03-03T08:43:09.526" v="1898" actId="14100"/>
        <pc:sldMkLst>
          <pc:docMk/>
          <pc:sldMk cId="1881382308" sldId="259"/>
        </pc:sldMkLst>
        <pc:spChg chg="del">
          <ac:chgData name="황경하" userId="89f64ca3-534b-430b-acdd-e699c6ed959a" providerId="ADAL" clId="{2876A8CB-C35D-455B-A256-AB2AE2D4B55A}" dt="2026-03-03T08:11:09.272" v="1893" actId="478"/>
          <ac:spMkLst>
            <pc:docMk/>
            <pc:sldMk cId="1881382308" sldId="259"/>
            <ac:spMk id="2" creationId="{E7D2C0C7-F8B5-26C0-C1F5-4EAB3ACF90C8}"/>
          </ac:spMkLst>
        </pc:spChg>
        <pc:spChg chg="del">
          <ac:chgData name="황경하" userId="89f64ca3-534b-430b-acdd-e699c6ed959a" providerId="ADAL" clId="{2876A8CB-C35D-455B-A256-AB2AE2D4B55A}" dt="2026-03-03T08:11:09.272" v="1893" actId="478"/>
          <ac:spMkLst>
            <pc:docMk/>
            <pc:sldMk cId="1881382308" sldId="259"/>
            <ac:spMk id="3" creationId="{35A40260-003A-3F0C-56E0-33776C9909F5}"/>
          </ac:spMkLst>
        </pc:spChg>
        <pc:picChg chg="add mod">
          <ac:chgData name="황경하" userId="89f64ca3-534b-430b-acdd-e699c6ed959a" providerId="ADAL" clId="{2876A8CB-C35D-455B-A256-AB2AE2D4B55A}" dt="2026-03-03T08:43:09.526" v="1898" actId="14100"/>
          <ac:picMkLst>
            <pc:docMk/>
            <pc:sldMk cId="1881382308" sldId="259"/>
            <ac:picMk id="4" creationId="{E5510F7E-1C9C-7B48-1B23-B3921122508E}"/>
          </ac:picMkLst>
        </pc:picChg>
      </pc:sldChg>
      <pc:sldChg chg="del">
        <pc:chgData name="황경하" userId="89f64ca3-534b-430b-acdd-e699c6ed959a" providerId="ADAL" clId="{2876A8CB-C35D-455B-A256-AB2AE2D4B55A}" dt="2026-03-02T12:40:42.105" v="424" actId="47"/>
        <pc:sldMkLst>
          <pc:docMk/>
          <pc:sldMk cId="0" sldId="260"/>
        </pc:sldMkLst>
      </pc:sldChg>
      <pc:sldChg chg="addSp delSp modSp new mod">
        <pc:chgData name="황경하" userId="89f64ca3-534b-430b-acdd-e699c6ed959a" providerId="ADAL" clId="{2876A8CB-C35D-455B-A256-AB2AE2D4B55A}" dt="2026-03-03T08:44:20.187" v="1909" actId="2085"/>
        <pc:sldMkLst>
          <pc:docMk/>
          <pc:sldMk cId="505872621" sldId="260"/>
        </pc:sldMkLst>
        <pc:spChg chg="del">
          <ac:chgData name="황경하" userId="89f64ca3-534b-430b-acdd-e699c6ed959a" providerId="ADAL" clId="{2876A8CB-C35D-455B-A256-AB2AE2D4B55A}" dt="2026-03-03T08:43:30.749" v="1900" actId="478"/>
          <ac:spMkLst>
            <pc:docMk/>
            <pc:sldMk cId="505872621" sldId="260"/>
            <ac:spMk id="2" creationId="{4A14D336-D1A6-E1C8-DD51-56089258C630}"/>
          </ac:spMkLst>
        </pc:spChg>
        <pc:spChg chg="del">
          <ac:chgData name="황경하" userId="89f64ca3-534b-430b-acdd-e699c6ed959a" providerId="ADAL" clId="{2876A8CB-C35D-455B-A256-AB2AE2D4B55A}" dt="2026-03-03T08:43:30.749" v="1900" actId="478"/>
          <ac:spMkLst>
            <pc:docMk/>
            <pc:sldMk cId="505872621" sldId="260"/>
            <ac:spMk id="3" creationId="{8000FBAE-875A-C554-FA3E-5ED8EF66116D}"/>
          </ac:spMkLst>
        </pc:spChg>
        <pc:picChg chg="add mod">
          <ac:chgData name="황경하" userId="89f64ca3-534b-430b-acdd-e699c6ed959a" providerId="ADAL" clId="{2876A8CB-C35D-455B-A256-AB2AE2D4B55A}" dt="2026-03-03T08:44:20.187" v="1909" actId="2085"/>
          <ac:picMkLst>
            <pc:docMk/>
            <pc:sldMk cId="505872621" sldId="260"/>
            <ac:picMk id="4" creationId="{FDE031DF-C3F6-D51C-060B-0E226B9AB293}"/>
          </ac:picMkLst>
        </pc:picChg>
      </pc:sldChg>
      <pc:sldChg chg="delSp modSp del mod">
        <pc:chgData name="황경하" userId="89f64ca3-534b-430b-acdd-e699c6ed959a" providerId="ADAL" clId="{2876A8CB-C35D-455B-A256-AB2AE2D4B55A}" dt="2026-03-03T05:32:12.837" v="884" actId="2696"/>
        <pc:sldMkLst>
          <pc:docMk/>
          <pc:sldMk cId="0" sldId="261"/>
        </pc:sldMkLst>
        <pc:spChg chg="del">
          <ac:chgData name="황경하" userId="89f64ca3-534b-430b-acdd-e699c6ed959a" providerId="ADAL" clId="{2876A8CB-C35D-455B-A256-AB2AE2D4B55A}" dt="2026-03-02T12:40:44.783" v="425" actId="478"/>
          <ac:spMkLst>
            <pc:docMk/>
            <pc:sldMk cId="0" sldId="261"/>
            <ac:spMk id="3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0:50.102" v="427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황경하" userId="89f64ca3-534b-430b-acdd-e699c6ed959a" providerId="ADAL" clId="{2876A8CB-C35D-455B-A256-AB2AE2D4B55A}" dt="2026-03-02T12:40:54.804" v="428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황경하" userId="89f64ca3-534b-430b-acdd-e699c6ed959a" providerId="ADAL" clId="{2876A8CB-C35D-455B-A256-AB2AE2D4B55A}" dt="2026-03-02T12:40:54.804" v="428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황경하" userId="89f64ca3-534b-430b-acdd-e699c6ed959a" providerId="ADAL" clId="{2876A8CB-C35D-455B-A256-AB2AE2D4B55A}" dt="2026-03-02T12:40:54.804" v="428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황경하" userId="89f64ca3-534b-430b-acdd-e699c6ed959a" providerId="ADAL" clId="{2876A8CB-C35D-455B-A256-AB2AE2D4B55A}" dt="2026-03-02T12:40:54.804" v="428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황경하" userId="89f64ca3-534b-430b-acdd-e699c6ed959a" providerId="ADAL" clId="{2876A8CB-C35D-455B-A256-AB2AE2D4B55A}" dt="2026-03-02T12:40:54.804" v="428" actId="107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황경하" userId="89f64ca3-534b-430b-acdd-e699c6ed959a" providerId="ADAL" clId="{2876A8CB-C35D-455B-A256-AB2AE2D4B55A}" dt="2026-03-02T12:40:54.804" v="428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황경하" userId="89f64ca3-534b-430b-acdd-e699c6ed959a" providerId="ADAL" clId="{2876A8CB-C35D-455B-A256-AB2AE2D4B55A}" dt="2026-03-02T12:40:54.804" v="428" actId="107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황경하" userId="89f64ca3-534b-430b-acdd-e699c6ed959a" providerId="ADAL" clId="{2876A8CB-C35D-455B-A256-AB2AE2D4B55A}" dt="2026-03-02T12:40:54.804" v="428" actId="107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황경하" userId="89f64ca3-534b-430b-acdd-e699c6ed959a" providerId="ADAL" clId="{2876A8CB-C35D-455B-A256-AB2AE2D4B55A}" dt="2026-03-02T12:40:54.804" v="428" actId="107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황경하" userId="89f64ca3-534b-430b-acdd-e699c6ed959a" providerId="ADAL" clId="{2876A8CB-C35D-455B-A256-AB2AE2D4B55A}" dt="2026-03-02T12:40:54.804" v="428" actId="1076"/>
          <ac:spMkLst>
            <pc:docMk/>
            <pc:sldMk cId="0" sldId="261"/>
            <ac:spMk id="34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0:44.783" v="425" actId="478"/>
          <ac:spMkLst>
            <pc:docMk/>
            <pc:sldMk cId="0" sldId="261"/>
            <ac:spMk id="35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0:44.783" v="425" actId="478"/>
          <ac:spMkLst>
            <pc:docMk/>
            <pc:sldMk cId="0" sldId="261"/>
            <ac:spMk id="36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0:44.783" v="425" actId="478"/>
          <ac:spMkLst>
            <pc:docMk/>
            <pc:sldMk cId="0" sldId="261"/>
            <ac:spMk id="38" creationId="{00000000-0000-0000-0000-000000000000}"/>
          </ac:spMkLst>
        </pc:spChg>
        <pc:picChg chg="del">
          <ac:chgData name="황경하" userId="89f64ca3-534b-430b-acdd-e699c6ed959a" providerId="ADAL" clId="{2876A8CB-C35D-455B-A256-AB2AE2D4B55A}" dt="2026-03-02T12:40:50.102" v="427" actId="478"/>
          <ac:picMkLst>
            <pc:docMk/>
            <pc:sldMk cId="0" sldId="261"/>
            <ac:picMk id="2" creationId="{00000000-0000-0000-0000-000000000000}"/>
          </ac:picMkLst>
        </pc:picChg>
        <pc:picChg chg="del">
          <ac:chgData name="황경하" userId="89f64ca3-534b-430b-acdd-e699c6ed959a" providerId="ADAL" clId="{2876A8CB-C35D-455B-A256-AB2AE2D4B55A}" dt="2026-03-02T12:40:44.783" v="425" actId="478"/>
          <ac:picMkLst>
            <pc:docMk/>
            <pc:sldMk cId="0" sldId="261"/>
            <ac:picMk id="5" creationId="{00000000-0000-0000-0000-000000000000}"/>
          </ac:picMkLst>
        </pc:picChg>
        <pc:picChg chg="del">
          <ac:chgData name="황경하" userId="89f64ca3-534b-430b-acdd-e699c6ed959a" providerId="ADAL" clId="{2876A8CB-C35D-455B-A256-AB2AE2D4B55A}" dt="2026-03-02T12:40:48.229" v="426" actId="478"/>
          <ac:picMkLst>
            <pc:docMk/>
            <pc:sldMk cId="0" sldId="261"/>
            <ac:picMk id="37" creationId="{00000000-0000-0000-0000-000000000000}"/>
          </ac:picMkLst>
        </pc:picChg>
      </pc:sldChg>
      <pc:sldChg chg="addSp delSp modSp new mod">
        <pc:chgData name="황경하" userId="89f64ca3-534b-430b-acdd-e699c6ed959a" providerId="ADAL" clId="{2876A8CB-C35D-455B-A256-AB2AE2D4B55A}" dt="2026-03-03T08:46:41.977" v="1953" actId="1076"/>
        <pc:sldMkLst>
          <pc:docMk/>
          <pc:sldMk cId="344129317" sldId="261"/>
        </pc:sldMkLst>
        <pc:spChg chg="del">
          <ac:chgData name="황경하" userId="89f64ca3-534b-430b-acdd-e699c6ed959a" providerId="ADAL" clId="{2876A8CB-C35D-455B-A256-AB2AE2D4B55A}" dt="2026-03-03T08:44:32.248" v="1911" actId="478"/>
          <ac:spMkLst>
            <pc:docMk/>
            <pc:sldMk cId="344129317" sldId="261"/>
            <ac:spMk id="2" creationId="{4F65BF9E-6FE0-51F7-2500-6EDF27D72E26}"/>
          </ac:spMkLst>
        </pc:spChg>
        <pc:spChg chg="del">
          <ac:chgData name="황경하" userId="89f64ca3-534b-430b-acdd-e699c6ed959a" providerId="ADAL" clId="{2876A8CB-C35D-455B-A256-AB2AE2D4B55A}" dt="2026-03-03T08:44:32.248" v="1911" actId="478"/>
          <ac:spMkLst>
            <pc:docMk/>
            <pc:sldMk cId="344129317" sldId="261"/>
            <ac:spMk id="3" creationId="{75412F45-7F17-6072-3A3E-BC04201301AF}"/>
          </ac:spMkLst>
        </pc:spChg>
        <pc:picChg chg="add del mod">
          <ac:chgData name="황경하" userId="89f64ca3-534b-430b-acdd-e699c6ed959a" providerId="ADAL" clId="{2876A8CB-C35D-455B-A256-AB2AE2D4B55A}" dt="2026-03-03T08:46:39.191" v="1948" actId="478"/>
          <ac:picMkLst>
            <pc:docMk/>
            <pc:sldMk cId="344129317" sldId="261"/>
            <ac:picMk id="5" creationId="{3E0C393A-5893-18ED-593F-A1F4C02FE73F}"/>
          </ac:picMkLst>
        </pc:picChg>
        <pc:picChg chg="add mod">
          <ac:chgData name="황경하" userId="89f64ca3-534b-430b-acdd-e699c6ed959a" providerId="ADAL" clId="{2876A8CB-C35D-455B-A256-AB2AE2D4B55A}" dt="2026-03-03T08:46:41.977" v="1953" actId="1076"/>
          <ac:picMkLst>
            <pc:docMk/>
            <pc:sldMk cId="344129317" sldId="261"/>
            <ac:picMk id="7" creationId="{EB0F2BC6-90EC-4B61-072F-B9A05523E2F0}"/>
          </ac:picMkLst>
        </pc:picChg>
      </pc:sldChg>
      <pc:sldChg chg="delSp modSp del mod">
        <pc:chgData name="황경하" userId="89f64ca3-534b-430b-acdd-e699c6ed959a" providerId="ADAL" clId="{2876A8CB-C35D-455B-A256-AB2AE2D4B55A}" dt="2026-03-02T13:03:37.377" v="675" actId="47"/>
        <pc:sldMkLst>
          <pc:docMk/>
          <pc:sldMk cId="0" sldId="262"/>
        </pc:sldMkLst>
        <pc:spChg chg="del">
          <ac:chgData name="황경하" userId="89f64ca3-534b-430b-acdd-e699c6ed959a" providerId="ADAL" clId="{2876A8CB-C35D-455B-A256-AB2AE2D4B55A}" dt="2026-03-02T12:41:01.940" v="429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1:08.640" v="436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1:03.947" v="430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1:07.008" v="435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1:05.592" v="433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1:01.940" v="429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1:04.858" v="432" actId="478"/>
          <ac:spMkLst>
            <pc:docMk/>
            <pc:sldMk cId="0" sldId="262"/>
            <ac:spMk id="12" creationId="{00000000-0000-0000-0000-000000000000}"/>
          </ac:spMkLst>
        </pc:spChg>
        <pc:picChg chg="del">
          <ac:chgData name="황경하" userId="89f64ca3-534b-430b-acdd-e699c6ed959a" providerId="ADAL" clId="{2876A8CB-C35D-455B-A256-AB2AE2D4B55A}" dt="2026-03-02T12:41:06.406" v="434" actId="478"/>
          <ac:picMkLst>
            <pc:docMk/>
            <pc:sldMk cId="0" sldId="262"/>
            <ac:picMk id="2" creationId="{00000000-0000-0000-0000-000000000000}"/>
          </ac:picMkLst>
        </pc:picChg>
        <pc:picChg chg="del">
          <ac:chgData name="황경하" userId="89f64ca3-534b-430b-acdd-e699c6ed959a" providerId="ADAL" clId="{2876A8CB-C35D-455B-A256-AB2AE2D4B55A}" dt="2026-03-02T12:41:04.344" v="431" actId="478"/>
          <ac:picMkLst>
            <pc:docMk/>
            <pc:sldMk cId="0" sldId="262"/>
            <ac:picMk id="5" creationId="{00000000-0000-0000-0000-000000000000}"/>
          </ac:picMkLst>
        </pc:picChg>
        <pc:picChg chg="mod">
          <ac:chgData name="황경하" userId="89f64ca3-534b-430b-acdd-e699c6ed959a" providerId="ADAL" clId="{2876A8CB-C35D-455B-A256-AB2AE2D4B55A}" dt="2026-03-02T12:41:10.197" v="437" actId="1076"/>
          <ac:picMkLst>
            <pc:docMk/>
            <pc:sldMk cId="0" sldId="262"/>
            <ac:picMk id="7" creationId="{00000000-0000-0000-0000-000000000000}"/>
          </ac:picMkLst>
        </pc:picChg>
        <pc:picChg chg="del">
          <ac:chgData name="황경하" userId="89f64ca3-534b-430b-acdd-e699c6ed959a" providerId="ADAL" clId="{2876A8CB-C35D-455B-A256-AB2AE2D4B55A}" dt="2026-03-02T12:41:01.940" v="429" actId="478"/>
          <ac:picMkLst>
            <pc:docMk/>
            <pc:sldMk cId="0" sldId="262"/>
            <ac:picMk id="11" creationId="{00000000-0000-0000-0000-000000000000}"/>
          </ac:picMkLst>
        </pc:picChg>
      </pc:sldChg>
      <pc:sldChg chg="addSp delSp modSp new mod ord">
        <pc:chgData name="황경하" userId="89f64ca3-534b-430b-acdd-e699c6ed959a" providerId="ADAL" clId="{2876A8CB-C35D-455B-A256-AB2AE2D4B55A}" dt="2026-03-03T08:47:24.901" v="1959" actId="1076"/>
        <pc:sldMkLst>
          <pc:docMk/>
          <pc:sldMk cId="1358550035" sldId="262"/>
        </pc:sldMkLst>
        <pc:spChg chg="del">
          <ac:chgData name="황경하" userId="89f64ca3-534b-430b-acdd-e699c6ed959a" providerId="ADAL" clId="{2876A8CB-C35D-455B-A256-AB2AE2D4B55A}" dt="2026-03-03T08:44:49.501" v="1926" actId="478"/>
          <ac:spMkLst>
            <pc:docMk/>
            <pc:sldMk cId="1358550035" sldId="262"/>
            <ac:spMk id="2" creationId="{B339B561-6096-D56B-9BED-C825BDCF5956}"/>
          </ac:spMkLst>
        </pc:spChg>
        <pc:spChg chg="del">
          <ac:chgData name="황경하" userId="89f64ca3-534b-430b-acdd-e699c6ed959a" providerId="ADAL" clId="{2876A8CB-C35D-455B-A256-AB2AE2D4B55A}" dt="2026-03-03T08:44:45.011" v="1923"/>
          <ac:spMkLst>
            <pc:docMk/>
            <pc:sldMk cId="1358550035" sldId="262"/>
            <ac:spMk id="3" creationId="{A56B4F26-A692-983E-ECB4-3DB08EA05FD3}"/>
          </ac:spMkLst>
        </pc:spChg>
        <pc:spChg chg="add del mod">
          <ac:chgData name="황경하" userId="89f64ca3-534b-430b-acdd-e699c6ed959a" providerId="ADAL" clId="{2876A8CB-C35D-455B-A256-AB2AE2D4B55A}" dt="2026-03-03T08:44:59.326" v="1936" actId="478"/>
          <ac:spMkLst>
            <pc:docMk/>
            <pc:sldMk cId="1358550035" sldId="262"/>
            <ac:spMk id="7" creationId="{31491514-A728-F7B0-5DEA-BB4C1FA2FBEF}"/>
          </ac:spMkLst>
        </pc:spChg>
        <pc:picChg chg="add del mod ord">
          <ac:chgData name="황경하" userId="89f64ca3-534b-430b-acdd-e699c6ed959a" providerId="ADAL" clId="{2876A8CB-C35D-455B-A256-AB2AE2D4B55A}" dt="2026-03-03T08:44:57.787" v="1935" actId="478"/>
          <ac:picMkLst>
            <pc:docMk/>
            <pc:sldMk cId="1358550035" sldId="262"/>
            <ac:picMk id="5" creationId="{386A5248-D0B2-FA12-F855-5DFDAF6A6B1A}"/>
          </ac:picMkLst>
        </pc:picChg>
        <pc:picChg chg="add del mod">
          <ac:chgData name="황경하" userId="89f64ca3-534b-430b-acdd-e699c6ed959a" providerId="ADAL" clId="{2876A8CB-C35D-455B-A256-AB2AE2D4B55A}" dt="2026-03-03T08:46:03.794" v="1943" actId="478"/>
          <ac:picMkLst>
            <pc:docMk/>
            <pc:sldMk cId="1358550035" sldId="262"/>
            <ac:picMk id="9" creationId="{0F34F3E5-503C-C0B5-C206-587E6C44F4CC}"/>
          </ac:picMkLst>
        </pc:picChg>
        <pc:picChg chg="add mod">
          <ac:chgData name="황경하" userId="89f64ca3-534b-430b-acdd-e699c6ed959a" providerId="ADAL" clId="{2876A8CB-C35D-455B-A256-AB2AE2D4B55A}" dt="2026-03-03T08:47:24.901" v="1959" actId="1076"/>
          <ac:picMkLst>
            <pc:docMk/>
            <pc:sldMk cId="1358550035" sldId="262"/>
            <ac:picMk id="11" creationId="{B4EB7597-FDA4-517D-7F50-C4C3DE68F0BC}"/>
          </ac:picMkLst>
        </pc:picChg>
      </pc:sldChg>
      <pc:sldChg chg="del">
        <pc:chgData name="황경하" userId="89f64ca3-534b-430b-acdd-e699c6ed959a" providerId="ADAL" clId="{2876A8CB-C35D-455B-A256-AB2AE2D4B55A}" dt="2026-03-02T12:41:31.399" v="438" actId="47"/>
        <pc:sldMkLst>
          <pc:docMk/>
          <pc:sldMk cId="0" sldId="263"/>
        </pc:sldMkLst>
      </pc:sldChg>
      <pc:sldChg chg="addSp delSp modSp new mod">
        <pc:chgData name="황경하" userId="89f64ca3-534b-430b-acdd-e699c6ed959a" providerId="ADAL" clId="{2876A8CB-C35D-455B-A256-AB2AE2D4B55A}" dt="2026-03-03T08:58:48.893" v="1962"/>
        <pc:sldMkLst>
          <pc:docMk/>
          <pc:sldMk cId="3168072330" sldId="263"/>
        </pc:sldMkLst>
        <pc:spChg chg="del">
          <ac:chgData name="황경하" userId="89f64ca3-534b-430b-acdd-e699c6ed959a" providerId="ADAL" clId="{2876A8CB-C35D-455B-A256-AB2AE2D4B55A}" dt="2026-03-03T08:58:48.696" v="1961" actId="478"/>
          <ac:spMkLst>
            <pc:docMk/>
            <pc:sldMk cId="3168072330" sldId="263"/>
            <ac:spMk id="2" creationId="{7F54572C-E3E2-3A20-1526-712E30008319}"/>
          </ac:spMkLst>
        </pc:spChg>
        <pc:spChg chg="del">
          <ac:chgData name="황경하" userId="89f64ca3-534b-430b-acdd-e699c6ed959a" providerId="ADAL" clId="{2876A8CB-C35D-455B-A256-AB2AE2D4B55A}" dt="2026-03-03T08:58:48.696" v="1961" actId="478"/>
          <ac:spMkLst>
            <pc:docMk/>
            <pc:sldMk cId="3168072330" sldId="263"/>
            <ac:spMk id="3" creationId="{563A25D2-DDF4-16C6-F5FD-8D90653A1266}"/>
          </ac:spMkLst>
        </pc:spChg>
        <pc:spChg chg="add mod">
          <ac:chgData name="황경하" userId="89f64ca3-534b-430b-acdd-e699c6ed959a" providerId="ADAL" clId="{2876A8CB-C35D-455B-A256-AB2AE2D4B55A}" dt="2026-03-03T08:58:48.893" v="1962"/>
          <ac:spMkLst>
            <pc:docMk/>
            <pc:sldMk cId="3168072330" sldId="263"/>
            <ac:spMk id="6" creationId="{302FC679-339B-7A39-F089-5AB3EFD63860}"/>
          </ac:spMkLst>
        </pc:spChg>
        <pc:spChg chg="add mod">
          <ac:chgData name="황경하" userId="89f64ca3-534b-430b-acdd-e699c6ed959a" providerId="ADAL" clId="{2876A8CB-C35D-455B-A256-AB2AE2D4B55A}" dt="2026-03-03T08:58:48.893" v="1962"/>
          <ac:spMkLst>
            <pc:docMk/>
            <pc:sldMk cId="3168072330" sldId="263"/>
            <ac:spMk id="7" creationId="{4690123F-3FB6-F2D5-A680-3ADA50768B66}"/>
          </ac:spMkLst>
        </pc:spChg>
        <pc:spChg chg="add mod">
          <ac:chgData name="황경하" userId="89f64ca3-534b-430b-acdd-e699c6ed959a" providerId="ADAL" clId="{2876A8CB-C35D-455B-A256-AB2AE2D4B55A}" dt="2026-03-03T08:58:48.893" v="1962"/>
          <ac:spMkLst>
            <pc:docMk/>
            <pc:sldMk cId="3168072330" sldId="263"/>
            <ac:spMk id="11" creationId="{F7401D97-4725-7708-5EBB-918F54A34553}"/>
          </ac:spMkLst>
        </pc:spChg>
        <pc:spChg chg="add mod">
          <ac:chgData name="황경하" userId="89f64ca3-534b-430b-acdd-e699c6ed959a" providerId="ADAL" clId="{2876A8CB-C35D-455B-A256-AB2AE2D4B55A}" dt="2026-03-03T08:58:48.893" v="1962"/>
          <ac:spMkLst>
            <pc:docMk/>
            <pc:sldMk cId="3168072330" sldId="263"/>
            <ac:spMk id="12" creationId="{20909CCB-77C8-8300-D562-05333F0C07BD}"/>
          </ac:spMkLst>
        </pc:spChg>
        <pc:spChg chg="add mod">
          <ac:chgData name="황경하" userId="89f64ca3-534b-430b-acdd-e699c6ed959a" providerId="ADAL" clId="{2876A8CB-C35D-455B-A256-AB2AE2D4B55A}" dt="2026-03-03T08:58:48.893" v="1962"/>
          <ac:spMkLst>
            <pc:docMk/>
            <pc:sldMk cId="3168072330" sldId="263"/>
            <ac:spMk id="13" creationId="{15C426DD-D478-FF04-B7C1-02EC100886C5}"/>
          </ac:spMkLst>
        </pc:spChg>
        <pc:spChg chg="add mod">
          <ac:chgData name="황경하" userId="89f64ca3-534b-430b-acdd-e699c6ed959a" providerId="ADAL" clId="{2876A8CB-C35D-455B-A256-AB2AE2D4B55A}" dt="2026-03-03T08:58:48.893" v="1962"/>
          <ac:spMkLst>
            <pc:docMk/>
            <pc:sldMk cId="3168072330" sldId="263"/>
            <ac:spMk id="14" creationId="{5FA620E1-55C9-C00F-0543-9FDE962C2CC3}"/>
          </ac:spMkLst>
        </pc:spChg>
        <pc:spChg chg="add mod">
          <ac:chgData name="황경하" userId="89f64ca3-534b-430b-acdd-e699c6ed959a" providerId="ADAL" clId="{2876A8CB-C35D-455B-A256-AB2AE2D4B55A}" dt="2026-03-03T08:58:48.893" v="1962"/>
          <ac:spMkLst>
            <pc:docMk/>
            <pc:sldMk cId="3168072330" sldId="263"/>
            <ac:spMk id="15" creationId="{47275C33-E33C-7858-B945-4FE40B4827CE}"/>
          </ac:spMkLst>
        </pc:spChg>
        <pc:spChg chg="add mod">
          <ac:chgData name="황경하" userId="89f64ca3-534b-430b-acdd-e699c6ed959a" providerId="ADAL" clId="{2876A8CB-C35D-455B-A256-AB2AE2D4B55A}" dt="2026-03-03T08:58:48.893" v="1962"/>
          <ac:spMkLst>
            <pc:docMk/>
            <pc:sldMk cId="3168072330" sldId="263"/>
            <ac:spMk id="16" creationId="{F8AB3530-DC20-3391-7C3A-A304377D90FF}"/>
          </ac:spMkLst>
        </pc:spChg>
        <pc:picChg chg="add mod">
          <ac:chgData name="황경하" userId="89f64ca3-534b-430b-acdd-e699c6ed959a" providerId="ADAL" clId="{2876A8CB-C35D-455B-A256-AB2AE2D4B55A}" dt="2026-03-03T08:58:48.893" v="1962"/>
          <ac:picMkLst>
            <pc:docMk/>
            <pc:sldMk cId="3168072330" sldId="263"/>
            <ac:picMk id="5" creationId="{3CBA09BE-5F64-5B8D-ECED-A0C15BDD2E93}"/>
          </ac:picMkLst>
        </pc:picChg>
        <pc:picChg chg="add mod">
          <ac:chgData name="황경하" userId="89f64ca3-534b-430b-acdd-e699c6ed959a" providerId="ADAL" clId="{2876A8CB-C35D-455B-A256-AB2AE2D4B55A}" dt="2026-03-03T08:58:48.893" v="1962"/>
          <ac:picMkLst>
            <pc:docMk/>
            <pc:sldMk cId="3168072330" sldId="263"/>
            <ac:picMk id="9" creationId="{734B88B7-DD3D-D4A1-DBE8-34A28632B61E}"/>
          </ac:picMkLst>
        </pc:picChg>
      </pc:sldChg>
      <pc:sldChg chg="del">
        <pc:chgData name="황경하" userId="89f64ca3-534b-430b-acdd-e699c6ed959a" providerId="ADAL" clId="{2876A8CB-C35D-455B-A256-AB2AE2D4B55A}" dt="2026-03-02T12:41:31.399" v="438" actId="47"/>
        <pc:sldMkLst>
          <pc:docMk/>
          <pc:sldMk cId="0" sldId="264"/>
        </pc:sldMkLst>
      </pc:sldChg>
      <pc:sldChg chg="delSp del mod">
        <pc:chgData name="황경하" userId="89f64ca3-534b-430b-acdd-e699c6ed959a" providerId="ADAL" clId="{2876A8CB-C35D-455B-A256-AB2AE2D4B55A}" dt="2026-03-02T13:20:17.973" v="679" actId="47"/>
        <pc:sldMkLst>
          <pc:docMk/>
          <pc:sldMk cId="0" sldId="265"/>
        </pc:sldMkLst>
        <pc:spChg chg="del">
          <ac:chgData name="황경하" userId="89f64ca3-534b-430b-acdd-e699c6ed959a" providerId="ADAL" clId="{2876A8CB-C35D-455B-A256-AB2AE2D4B55A}" dt="2026-03-02T13:20:15.735" v="678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3:20:15.735" v="678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3:20:15.735" v="678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3:20:15.735" v="678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3:20:15.735" v="678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3:20:15.735" v="678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3:20:15.735" v="678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3:20:15.735" v="678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3:20:15.735" v="678" actId="478"/>
          <ac:spMkLst>
            <pc:docMk/>
            <pc:sldMk cId="0" sldId="265"/>
            <ac:spMk id="15" creationId="{00000000-0000-0000-0000-000000000000}"/>
          </ac:spMkLst>
        </pc:spChg>
        <pc:picChg chg="del">
          <ac:chgData name="황경하" userId="89f64ca3-534b-430b-acdd-e699c6ed959a" providerId="ADAL" clId="{2876A8CB-C35D-455B-A256-AB2AE2D4B55A}" dt="2026-03-02T13:20:15.735" v="678" actId="478"/>
          <ac:picMkLst>
            <pc:docMk/>
            <pc:sldMk cId="0" sldId="265"/>
            <ac:picMk id="8" creationId="{00000000-0000-0000-0000-000000000000}"/>
          </ac:picMkLst>
        </pc:picChg>
      </pc:sldChg>
      <pc:sldChg chg="delSp modSp del mod">
        <pc:chgData name="황경하" userId="89f64ca3-534b-430b-acdd-e699c6ed959a" providerId="ADAL" clId="{2876A8CB-C35D-455B-A256-AB2AE2D4B55A}" dt="2026-03-03T05:32:12.837" v="884" actId="2696"/>
        <pc:sldMkLst>
          <pc:docMk/>
          <pc:sldMk cId="0" sldId="266"/>
        </pc:sldMkLst>
        <pc:spChg chg="del">
          <ac:chgData name="황경하" userId="89f64ca3-534b-430b-acdd-e699c6ed959a" providerId="ADAL" clId="{2876A8CB-C35D-455B-A256-AB2AE2D4B55A}" dt="2026-03-02T12:41:46.530" v="441" actId="478"/>
          <ac:spMkLst>
            <pc:docMk/>
            <pc:sldMk cId="0" sldId="266"/>
            <ac:spMk id="3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1:44.367" v="439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1:44.367" v="439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1:44.367" v="439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1:44.367" v="439" actId="478"/>
          <ac:spMkLst>
            <pc:docMk/>
            <pc:sldMk cId="0" sldId="266"/>
            <ac:spMk id="10" creationId="{00000000-0000-0000-0000-000000000000}"/>
          </ac:spMkLst>
        </pc:spChg>
        <pc:picChg chg="del">
          <ac:chgData name="황경하" userId="89f64ca3-534b-430b-acdd-e699c6ed959a" providerId="ADAL" clId="{2876A8CB-C35D-455B-A256-AB2AE2D4B55A}" dt="2026-03-02T12:41:46.104" v="440" actId="478"/>
          <ac:picMkLst>
            <pc:docMk/>
            <pc:sldMk cId="0" sldId="266"/>
            <ac:picMk id="2" creationId="{00000000-0000-0000-0000-000000000000}"/>
          </ac:picMkLst>
        </pc:picChg>
        <pc:picChg chg="del">
          <ac:chgData name="황경하" userId="89f64ca3-534b-430b-acdd-e699c6ed959a" providerId="ADAL" clId="{2876A8CB-C35D-455B-A256-AB2AE2D4B55A}" dt="2026-03-02T12:41:44.367" v="439" actId="478"/>
          <ac:picMkLst>
            <pc:docMk/>
            <pc:sldMk cId="0" sldId="266"/>
            <ac:picMk id="4" creationId="{00000000-0000-0000-0000-000000000000}"/>
          </ac:picMkLst>
        </pc:picChg>
        <pc:picChg chg="mod">
          <ac:chgData name="황경하" userId="89f64ca3-534b-430b-acdd-e699c6ed959a" providerId="ADAL" clId="{2876A8CB-C35D-455B-A256-AB2AE2D4B55A}" dt="2026-03-02T13:20:21.866" v="680" actId="1076"/>
          <ac:picMkLst>
            <pc:docMk/>
            <pc:sldMk cId="0" sldId="266"/>
            <ac:picMk id="5" creationId="{00000000-0000-0000-0000-000000000000}"/>
          </ac:picMkLst>
        </pc:picChg>
        <pc:picChg chg="del">
          <ac:chgData name="황경하" userId="89f64ca3-534b-430b-acdd-e699c6ed959a" providerId="ADAL" clId="{2876A8CB-C35D-455B-A256-AB2AE2D4B55A}" dt="2026-03-02T12:41:44.367" v="439" actId="478"/>
          <ac:picMkLst>
            <pc:docMk/>
            <pc:sldMk cId="0" sldId="266"/>
            <ac:picMk id="9" creationId="{00000000-0000-0000-0000-000000000000}"/>
          </ac:picMkLst>
        </pc:picChg>
      </pc:sldChg>
      <pc:sldChg chg="addSp delSp modSp del mod">
        <pc:chgData name="황경하" userId="89f64ca3-534b-430b-acdd-e699c6ed959a" providerId="ADAL" clId="{2876A8CB-C35D-455B-A256-AB2AE2D4B55A}" dt="2026-03-03T05:32:12.837" v="884" actId="2696"/>
        <pc:sldMkLst>
          <pc:docMk/>
          <pc:sldMk cId="0" sldId="267"/>
        </pc:sldMkLst>
        <pc:spChg chg="add del mod topLvl">
          <ac:chgData name="황경하" userId="89f64ca3-534b-430b-acdd-e699c6ed959a" providerId="ADAL" clId="{2876A8CB-C35D-455B-A256-AB2AE2D4B55A}" dt="2026-03-02T13:42:35.759" v="837" actId="478"/>
          <ac:spMkLst>
            <pc:docMk/>
            <pc:sldMk cId="0" sldId="267"/>
            <ac:spMk id="2" creationId="{D791A0BB-3A4B-6E45-32EC-7DF756CCE161}"/>
          </ac:spMkLst>
        </pc:spChg>
        <pc:spChg chg="del">
          <ac:chgData name="황경하" userId="89f64ca3-534b-430b-acdd-e699c6ed959a" providerId="ADAL" clId="{2876A8CB-C35D-455B-A256-AB2AE2D4B55A}" dt="2026-03-02T12:41:57.561" v="444" actId="478"/>
          <ac:spMkLst>
            <pc:docMk/>
            <pc:sldMk cId="0" sldId="267"/>
            <ac:spMk id="3" creationId="{00000000-0000-0000-0000-000000000000}"/>
          </ac:spMkLst>
        </pc:spChg>
        <pc:spChg chg="add del mod topLvl">
          <ac:chgData name="황경하" userId="89f64ca3-534b-430b-acdd-e699c6ed959a" providerId="ADAL" clId="{2876A8CB-C35D-455B-A256-AB2AE2D4B55A}" dt="2026-03-02T13:42:37.692" v="838" actId="478"/>
          <ac:spMkLst>
            <pc:docMk/>
            <pc:sldMk cId="0" sldId="267"/>
            <ac:spMk id="3" creationId="{D0511F71-0F39-7877-6DD8-E363A05F06C9}"/>
          </ac:spMkLst>
        </pc:spChg>
        <pc:spChg chg="add del mod topLvl">
          <ac:chgData name="황경하" userId="89f64ca3-534b-430b-acdd-e699c6ed959a" providerId="ADAL" clId="{2876A8CB-C35D-455B-A256-AB2AE2D4B55A}" dt="2026-03-02T13:42:37.692" v="838" actId="478"/>
          <ac:spMkLst>
            <pc:docMk/>
            <pc:sldMk cId="0" sldId="267"/>
            <ac:spMk id="4" creationId="{DD54E84F-C90D-0733-7CCB-4E391C9998E6}"/>
          </ac:spMkLst>
        </pc:spChg>
        <pc:spChg chg="del">
          <ac:chgData name="황경하" userId="89f64ca3-534b-430b-acdd-e699c6ed959a" providerId="ADAL" clId="{2876A8CB-C35D-455B-A256-AB2AE2D4B55A}" dt="2026-03-02T12:41:55.947" v="443" actId="478"/>
          <ac:spMkLst>
            <pc:docMk/>
            <pc:sldMk cId="0" sldId="267"/>
            <ac:spMk id="5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1:55.947" v="443" actId="478"/>
          <ac:spMkLst>
            <pc:docMk/>
            <pc:sldMk cId="0" sldId="267"/>
            <ac:spMk id="6" creationId="{00000000-0000-0000-0000-000000000000}"/>
          </ac:spMkLst>
        </pc:spChg>
        <pc:spChg chg="add del mod">
          <ac:chgData name="황경하" userId="89f64ca3-534b-430b-acdd-e699c6ed959a" providerId="ADAL" clId="{2876A8CB-C35D-455B-A256-AB2AE2D4B55A}" dt="2026-03-02T13:41:19.518" v="810" actId="1076"/>
          <ac:spMkLst>
            <pc:docMk/>
            <pc:sldMk cId="0" sldId="267"/>
            <ac:spMk id="6" creationId="{5094F698-7A13-11B5-A169-9BBAA945DAF4}"/>
          </ac:spMkLst>
        </pc:spChg>
        <pc:spChg chg="add del">
          <ac:chgData name="황경하" userId="89f64ca3-534b-430b-acdd-e699c6ed959a" providerId="ADAL" clId="{2876A8CB-C35D-455B-A256-AB2AE2D4B55A}" dt="2026-03-02T12:42:17.532" v="450" actId="478"/>
          <ac:spMkLst>
            <pc:docMk/>
            <pc:sldMk cId="0" sldId="267"/>
            <ac:spMk id="8" creationId="{00000000-0000-0000-0000-000000000000}"/>
          </ac:spMkLst>
        </pc:spChg>
        <pc:spChg chg="add del mod">
          <ac:chgData name="황경하" userId="89f64ca3-534b-430b-acdd-e699c6ed959a" providerId="ADAL" clId="{2876A8CB-C35D-455B-A256-AB2AE2D4B55A}" dt="2026-03-02T13:42:40.168" v="839" actId="207"/>
          <ac:spMkLst>
            <pc:docMk/>
            <pc:sldMk cId="0" sldId="267"/>
            <ac:spMk id="8" creationId="{CAEEA02C-3E01-4EFE-59A4-64E6BBB26413}"/>
          </ac:spMkLst>
        </pc:spChg>
        <pc:spChg chg="del mod">
          <ac:chgData name="황경하" userId="89f64ca3-534b-430b-acdd-e699c6ed959a" providerId="ADAL" clId="{2876A8CB-C35D-455B-A256-AB2AE2D4B55A}" dt="2026-03-02T12:42:17.532" v="450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2:17.532" v="450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2:17.532" v="450" actId="478"/>
          <ac:spMkLst>
            <pc:docMk/>
            <pc:sldMk cId="0" sldId="267"/>
            <ac:spMk id="11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3:25:31.569" v="683" actId="478"/>
          <ac:spMkLst>
            <pc:docMk/>
            <pc:sldMk cId="0" sldId="267"/>
            <ac:spMk id="12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1:55.947" v="443" actId="478"/>
          <ac:spMkLst>
            <pc:docMk/>
            <pc:sldMk cId="0" sldId="267"/>
            <ac:spMk id="13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1:55.947" v="443" actId="478"/>
          <ac:spMkLst>
            <pc:docMk/>
            <pc:sldMk cId="0" sldId="267"/>
            <ac:spMk id="15" creationId="{00000000-0000-0000-0000-000000000000}"/>
          </ac:spMkLst>
        </pc:spChg>
        <pc:spChg chg="del mod">
          <ac:chgData name="황경하" userId="89f64ca3-534b-430b-acdd-e699c6ed959a" providerId="ADAL" clId="{2876A8CB-C35D-455B-A256-AB2AE2D4B55A}" dt="2026-03-02T13:26:12.549" v="686" actId="478"/>
          <ac:spMkLst>
            <pc:docMk/>
            <pc:sldMk cId="0" sldId="267"/>
            <ac:spMk id="16" creationId="{3BDC61B6-A7D3-8BF5-55E2-CD03A83602EB}"/>
          </ac:spMkLst>
        </pc:spChg>
        <pc:grpChg chg="add del mod">
          <ac:chgData name="황경하" userId="89f64ca3-534b-430b-acdd-e699c6ed959a" providerId="ADAL" clId="{2876A8CB-C35D-455B-A256-AB2AE2D4B55A}" dt="2026-03-02T13:27:34.028" v="723" actId="165"/>
          <ac:grpSpMkLst>
            <pc:docMk/>
            <pc:sldMk cId="0" sldId="267"/>
            <ac:grpSpMk id="9" creationId="{10DA4887-BA0F-1987-C29B-E888FC314F39}"/>
          </ac:grpSpMkLst>
        </pc:grpChg>
        <pc:picChg chg="del">
          <ac:chgData name="황경하" userId="89f64ca3-534b-430b-acdd-e699c6ed959a" providerId="ADAL" clId="{2876A8CB-C35D-455B-A256-AB2AE2D4B55A}" dt="2026-03-02T12:42:00.673" v="445" actId="478"/>
          <ac:picMkLst>
            <pc:docMk/>
            <pc:sldMk cId="0" sldId="267"/>
            <ac:picMk id="2" creationId="{00000000-0000-0000-0000-000000000000}"/>
          </ac:picMkLst>
        </pc:picChg>
        <pc:picChg chg="del">
          <ac:chgData name="황경하" userId="89f64ca3-534b-430b-acdd-e699c6ed959a" providerId="ADAL" clId="{2876A8CB-C35D-455B-A256-AB2AE2D4B55A}" dt="2026-03-02T12:41:55.947" v="443" actId="478"/>
          <ac:picMkLst>
            <pc:docMk/>
            <pc:sldMk cId="0" sldId="267"/>
            <ac:picMk id="4" creationId="{00000000-0000-0000-0000-000000000000}"/>
          </ac:picMkLst>
        </pc:picChg>
        <pc:picChg chg="add del mod">
          <ac:chgData name="황경하" userId="89f64ca3-534b-430b-acdd-e699c6ed959a" providerId="ADAL" clId="{2876A8CB-C35D-455B-A256-AB2AE2D4B55A}" dt="2026-03-02T13:41:19.518" v="810" actId="1076"/>
          <ac:picMkLst>
            <pc:docMk/>
            <pc:sldMk cId="0" sldId="267"/>
            <ac:picMk id="5" creationId="{ABDD7B05-1E50-8A42-8E37-156BC08B5AA1}"/>
          </ac:picMkLst>
        </pc:picChg>
        <pc:picChg chg="del mod">
          <ac:chgData name="황경하" userId="89f64ca3-534b-430b-acdd-e699c6ed959a" providerId="ADAL" clId="{2876A8CB-C35D-455B-A256-AB2AE2D4B55A}" dt="2026-03-02T13:26:09.676" v="684" actId="478"/>
          <ac:picMkLst>
            <pc:docMk/>
            <pc:sldMk cId="0" sldId="267"/>
            <ac:picMk id="7" creationId="{00000000-0000-0000-0000-000000000000}"/>
          </ac:picMkLst>
        </pc:picChg>
        <pc:picChg chg="add mod">
          <ac:chgData name="황경하" userId="89f64ca3-534b-430b-acdd-e699c6ed959a" providerId="ADAL" clId="{2876A8CB-C35D-455B-A256-AB2AE2D4B55A}" dt="2026-03-02T13:29:59.018" v="769" actId="1076"/>
          <ac:picMkLst>
            <pc:docMk/>
            <pc:sldMk cId="0" sldId="267"/>
            <ac:picMk id="10" creationId="{995E068B-46BC-1767-C6D5-20F9D9DF0718}"/>
          </ac:picMkLst>
        </pc:picChg>
        <pc:picChg chg="del">
          <ac:chgData name="황경하" userId="89f64ca3-534b-430b-acdd-e699c6ed959a" providerId="ADAL" clId="{2876A8CB-C35D-455B-A256-AB2AE2D4B55A}" dt="2026-03-02T12:41:55.947" v="443" actId="478"/>
          <ac:picMkLst>
            <pc:docMk/>
            <pc:sldMk cId="0" sldId="267"/>
            <ac:picMk id="14" creationId="{00000000-0000-0000-0000-000000000000}"/>
          </ac:picMkLst>
        </pc:picChg>
        <pc:picChg chg="add mod">
          <ac:chgData name="황경하" userId="89f64ca3-534b-430b-acdd-e699c6ed959a" providerId="ADAL" clId="{2876A8CB-C35D-455B-A256-AB2AE2D4B55A}" dt="2026-03-02T13:45:42.428" v="881" actId="1038"/>
          <ac:picMkLst>
            <pc:docMk/>
            <pc:sldMk cId="0" sldId="267"/>
            <ac:picMk id="23" creationId="{EC8B2FAB-3623-BDF4-8952-14336310F215}"/>
          </ac:picMkLst>
        </pc:picChg>
        <pc:picChg chg="add del mod">
          <ac:chgData name="황경하" userId="89f64ca3-534b-430b-acdd-e699c6ed959a" providerId="ADAL" clId="{2876A8CB-C35D-455B-A256-AB2AE2D4B55A}" dt="2026-03-02T13:41:29.218" v="818" actId="478"/>
          <ac:picMkLst>
            <pc:docMk/>
            <pc:sldMk cId="0" sldId="267"/>
            <ac:picMk id="27" creationId="{B55BB1D2-7992-F08D-1F6B-59F1EA184CC7}"/>
          </ac:picMkLst>
        </pc:picChg>
        <pc:picChg chg="add mod">
          <ac:chgData name="황경하" userId="89f64ca3-534b-430b-acdd-e699c6ed959a" providerId="ADAL" clId="{2876A8CB-C35D-455B-A256-AB2AE2D4B55A}" dt="2026-03-02T13:41:59.219" v="831" actId="1076"/>
          <ac:picMkLst>
            <pc:docMk/>
            <pc:sldMk cId="0" sldId="267"/>
            <ac:picMk id="29" creationId="{460255CC-71BE-05BE-A66C-28C8C386A833}"/>
          </ac:picMkLst>
        </pc:picChg>
        <pc:cxnChg chg="add mod">
          <ac:chgData name="황경하" userId="89f64ca3-534b-430b-acdd-e699c6ed959a" providerId="ADAL" clId="{2876A8CB-C35D-455B-A256-AB2AE2D4B55A}" dt="2026-03-02T13:41:19.518" v="810" actId="1076"/>
          <ac:cxnSpMkLst>
            <pc:docMk/>
            <pc:sldMk cId="0" sldId="267"/>
            <ac:cxnSpMk id="13" creationId="{644F5961-90D7-94FA-F36F-6F5CC2FAE848}"/>
          </ac:cxnSpMkLst>
        </pc:cxnChg>
        <pc:cxnChg chg="add mod">
          <ac:chgData name="황경하" userId="89f64ca3-534b-430b-acdd-e699c6ed959a" providerId="ADAL" clId="{2876A8CB-C35D-455B-A256-AB2AE2D4B55A}" dt="2026-03-02T13:41:19.518" v="810" actId="1076"/>
          <ac:cxnSpMkLst>
            <pc:docMk/>
            <pc:sldMk cId="0" sldId="267"/>
            <ac:cxnSpMk id="17" creationId="{C724CE41-AFF2-4FDB-EAEA-E4C5BB264375}"/>
          </ac:cxnSpMkLst>
        </pc:cxnChg>
      </pc:sldChg>
      <pc:sldChg chg="delSp del mod delAnim">
        <pc:chgData name="황경하" userId="89f64ca3-534b-430b-acdd-e699c6ed959a" providerId="ADAL" clId="{2876A8CB-C35D-455B-A256-AB2AE2D4B55A}" dt="2026-03-02T12:42:29.311" v="454" actId="47"/>
        <pc:sldMkLst>
          <pc:docMk/>
          <pc:sldMk cId="0" sldId="268"/>
        </pc:sldMkLst>
        <pc:spChg chg="del">
          <ac:chgData name="황경하" userId="89f64ca3-534b-430b-acdd-e699c6ed959a" providerId="ADAL" clId="{2876A8CB-C35D-455B-A256-AB2AE2D4B55A}" dt="2026-03-02T12:42:27.628" v="453" actId="478"/>
          <ac:spMkLst>
            <pc:docMk/>
            <pc:sldMk cId="0" sldId="268"/>
            <ac:spMk id="4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2:27.628" v="453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2:27.628" v="453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2:27.628" v="453" actId="478"/>
          <ac:spMkLst>
            <pc:docMk/>
            <pc:sldMk cId="0" sldId="268"/>
            <ac:spMk id="7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2:27.628" v="453" actId="478"/>
          <ac:spMkLst>
            <pc:docMk/>
            <pc:sldMk cId="0" sldId="268"/>
            <ac:spMk id="10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2:27.628" v="453" actId="478"/>
          <ac:spMkLst>
            <pc:docMk/>
            <pc:sldMk cId="0" sldId="268"/>
            <ac:spMk id="12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2:27.628" v="453" actId="478"/>
          <ac:spMkLst>
            <pc:docMk/>
            <pc:sldMk cId="0" sldId="268"/>
            <ac:spMk id="13" creationId="{00000000-0000-0000-0000-000000000000}"/>
          </ac:spMkLst>
        </pc:spChg>
        <pc:spChg chg="del">
          <ac:chgData name="황경하" userId="89f64ca3-534b-430b-acdd-e699c6ed959a" providerId="ADAL" clId="{2876A8CB-C35D-455B-A256-AB2AE2D4B55A}" dt="2026-03-02T12:42:27.628" v="453" actId="478"/>
          <ac:spMkLst>
            <pc:docMk/>
            <pc:sldMk cId="0" sldId="268"/>
            <ac:spMk id="15" creationId="{00000000-0000-0000-0000-000000000000}"/>
          </ac:spMkLst>
        </pc:spChg>
        <pc:picChg chg="del">
          <ac:chgData name="황경하" userId="89f64ca3-534b-430b-acdd-e699c6ed959a" providerId="ADAL" clId="{2876A8CB-C35D-455B-A256-AB2AE2D4B55A}" dt="2026-03-02T12:42:27.628" v="453" actId="478"/>
          <ac:picMkLst>
            <pc:docMk/>
            <pc:sldMk cId="0" sldId="268"/>
            <ac:picMk id="3" creationId="{00000000-0000-0000-0000-000000000000}"/>
          </ac:picMkLst>
        </pc:picChg>
        <pc:picChg chg="del">
          <ac:chgData name="황경하" userId="89f64ca3-534b-430b-acdd-e699c6ed959a" providerId="ADAL" clId="{2876A8CB-C35D-455B-A256-AB2AE2D4B55A}" dt="2026-03-02T12:42:27.628" v="453" actId="478"/>
          <ac:picMkLst>
            <pc:docMk/>
            <pc:sldMk cId="0" sldId="268"/>
            <ac:picMk id="11" creationId="{00000000-0000-0000-0000-000000000000}"/>
          </ac:picMkLst>
        </pc:picChg>
      </pc:sldChg>
      <pc:sldChg chg="add del">
        <pc:chgData name="황경하" userId="89f64ca3-534b-430b-acdd-e699c6ed959a" providerId="ADAL" clId="{2876A8CB-C35D-455B-A256-AB2AE2D4B55A}" dt="2026-03-03T05:32:12.837" v="884" actId="2696"/>
        <pc:sldMkLst>
          <pc:docMk/>
          <pc:sldMk cId="0" sldId="269"/>
        </pc:sldMkLst>
      </pc:sldChg>
      <pc:sldChg chg="del">
        <pc:chgData name="황경하" userId="89f64ca3-534b-430b-acdd-e699c6ed959a" providerId="ADAL" clId="{2876A8CB-C35D-455B-A256-AB2AE2D4B55A}" dt="2026-03-02T12:42:33.877" v="458" actId="47"/>
        <pc:sldMkLst>
          <pc:docMk/>
          <pc:sldMk cId="0" sldId="270"/>
        </pc:sldMkLst>
      </pc:sldChg>
      <pc:sldChg chg="del">
        <pc:chgData name="황경하" userId="89f64ca3-534b-430b-acdd-e699c6ed959a" providerId="ADAL" clId="{2876A8CB-C35D-455B-A256-AB2AE2D4B55A}" dt="2026-03-02T12:42:32.778" v="457" actId="47"/>
        <pc:sldMkLst>
          <pc:docMk/>
          <pc:sldMk cId="0" sldId="271"/>
        </pc:sldMkLst>
      </pc:sldChg>
      <pc:sldChg chg="del">
        <pc:chgData name="황경하" userId="89f64ca3-534b-430b-acdd-e699c6ed959a" providerId="ADAL" clId="{2876A8CB-C35D-455B-A256-AB2AE2D4B55A}" dt="2026-03-02T12:42:31.673" v="456" actId="47"/>
        <pc:sldMkLst>
          <pc:docMk/>
          <pc:sldMk cId="0" sldId="272"/>
        </pc:sldMkLst>
      </pc:sldChg>
      <pc:sldChg chg="del">
        <pc:chgData name="황경하" userId="89f64ca3-534b-430b-acdd-e699c6ed959a" providerId="ADAL" clId="{2876A8CB-C35D-455B-A256-AB2AE2D4B55A}" dt="2026-03-02T12:42:30.969" v="455" actId="47"/>
        <pc:sldMkLst>
          <pc:docMk/>
          <pc:sldMk cId="0" sldId="273"/>
        </pc:sldMkLst>
      </pc:sldChg>
      <pc:sldChg chg="addSp delSp modSp new del mod">
        <pc:chgData name="황경하" userId="89f64ca3-534b-430b-acdd-e699c6ed959a" providerId="ADAL" clId="{2876A8CB-C35D-455B-A256-AB2AE2D4B55A}" dt="2026-03-02T12:58:50.242" v="674" actId="47"/>
        <pc:sldMkLst>
          <pc:docMk/>
          <pc:sldMk cId="3113774638" sldId="274"/>
        </pc:sldMkLst>
        <pc:spChg chg="add del mod">
          <ac:chgData name="황경하" userId="89f64ca3-534b-430b-acdd-e699c6ed959a" providerId="ADAL" clId="{2876A8CB-C35D-455B-A256-AB2AE2D4B55A}" dt="2026-03-02T12:57:16.223" v="628" actId="478"/>
          <ac:spMkLst>
            <pc:docMk/>
            <pc:sldMk cId="3113774638" sldId="274"/>
            <ac:spMk id="2" creationId="{2C614189-7664-AABD-B324-1790D9F8B135}"/>
          </ac:spMkLst>
        </pc:spChg>
        <pc:spChg chg="add del mod">
          <ac:chgData name="황경하" userId="89f64ca3-534b-430b-acdd-e699c6ed959a" providerId="ADAL" clId="{2876A8CB-C35D-455B-A256-AB2AE2D4B55A}" dt="2026-03-02T12:57:16.223" v="628" actId="478"/>
          <ac:spMkLst>
            <pc:docMk/>
            <pc:sldMk cId="3113774638" sldId="274"/>
            <ac:spMk id="3" creationId="{94218F88-035C-01D7-4BFB-A81BCB52071E}"/>
          </ac:spMkLst>
        </pc:spChg>
        <pc:spChg chg="add del mod">
          <ac:chgData name="황경하" userId="89f64ca3-534b-430b-acdd-e699c6ed959a" providerId="ADAL" clId="{2876A8CB-C35D-455B-A256-AB2AE2D4B55A}" dt="2026-03-02T12:57:16.223" v="628" actId="478"/>
          <ac:spMkLst>
            <pc:docMk/>
            <pc:sldMk cId="3113774638" sldId="274"/>
            <ac:spMk id="4" creationId="{4C6ACE34-10A1-62A2-A3E6-2565DFA2FAE4}"/>
          </ac:spMkLst>
        </pc:spChg>
        <pc:spChg chg="add del mod">
          <ac:chgData name="황경하" userId="89f64ca3-534b-430b-acdd-e699c6ed959a" providerId="ADAL" clId="{2876A8CB-C35D-455B-A256-AB2AE2D4B55A}" dt="2026-03-02T12:57:16.223" v="628" actId="478"/>
          <ac:spMkLst>
            <pc:docMk/>
            <pc:sldMk cId="3113774638" sldId="274"/>
            <ac:spMk id="5" creationId="{87A44B31-CA51-C3C5-34A9-EACFBAA2A61F}"/>
          </ac:spMkLst>
        </pc:spChg>
        <pc:spChg chg="add del mod">
          <ac:chgData name="황경하" userId="89f64ca3-534b-430b-acdd-e699c6ed959a" providerId="ADAL" clId="{2876A8CB-C35D-455B-A256-AB2AE2D4B55A}" dt="2026-03-02T12:57:16.223" v="628" actId="478"/>
          <ac:spMkLst>
            <pc:docMk/>
            <pc:sldMk cId="3113774638" sldId="274"/>
            <ac:spMk id="6" creationId="{CC0A5595-1380-90E5-5B58-0C07C7E5BAC6}"/>
          </ac:spMkLst>
        </pc:spChg>
        <pc:spChg chg="add del mod">
          <ac:chgData name="황경하" userId="89f64ca3-534b-430b-acdd-e699c6ed959a" providerId="ADAL" clId="{2876A8CB-C35D-455B-A256-AB2AE2D4B55A}" dt="2026-03-02T12:57:16.223" v="628" actId="478"/>
          <ac:spMkLst>
            <pc:docMk/>
            <pc:sldMk cId="3113774638" sldId="274"/>
            <ac:spMk id="7" creationId="{E3450E5B-1A70-DF46-B458-2710CAC9A91E}"/>
          </ac:spMkLst>
        </pc:spChg>
        <pc:spChg chg="add del mod">
          <ac:chgData name="황경하" userId="89f64ca3-534b-430b-acdd-e699c6ed959a" providerId="ADAL" clId="{2876A8CB-C35D-455B-A256-AB2AE2D4B55A}" dt="2026-03-02T12:57:16.223" v="628" actId="478"/>
          <ac:spMkLst>
            <pc:docMk/>
            <pc:sldMk cId="3113774638" sldId="274"/>
            <ac:spMk id="8" creationId="{112B8386-535A-4229-52B1-9BFA93F7549F}"/>
          </ac:spMkLst>
        </pc:spChg>
        <pc:spChg chg="add del mod">
          <ac:chgData name="황경하" userId="89f64ca3-534b-430b-acdd-e699c6ed959a" providerId="ADAL" clId="{2876A8CB-C35D-455B-A256-AB2AE2D4B55A}" dt="2026-03-02T12:34:25.622" v="312" actId="478"/>
          <ac:spMkLst>
            <pc:docMk/>
            <pc:sldMk cId="3113774638" sldId="274"/>
            <ac:spMk id="13" creationId="{00000000-0000-0000-0000-000000000000}"/>
          </ac:spMkLst>
        </pc:spChg>
        <pc:spChg chg="add del mod">
          <ac:chgData name="황경하" userId="89f64ca3-534b-430b-acdd-e699c6ed959a" providerId="ADAL" clId="{2876A8CB-C35D-455B-A256-AB2AE2D4B55A}" dt="2026-03-02T12:35:18.721" v="327" actId="478"/>
          <ac:spMkLst>
            <pc:docMk/>
            <pc:sldMk cId="3113774638" sldId="274"/>
            <ac:spMk id="14" creationId="{00000000-0000-0000-0000-000000000000}"/>
          </ac:spMkLst>
        </pc:spChg>
        <pc:spChg chg="add del mod">
          <ac:chgData name="황경하" userId="89f64ca3-534b-430b-acdd-e699c6ed959a" providerId="ADAL" clId="{2876A8CB-C35D-455B-A256-AB2AE2D4B55A}" dt="2026-03-02T12:36:12.248" v="342" actId="478"/>
          <ac:spMkLst>
            <pc:docMk/>
            <pc:sldMk cId="3113774638" sldId="274"/>
            <ac:spMk id="17" creationId="{00000000-0000-0000-0000-000000000000}"/>
          </ac:spMkLst>
        </pc:spChg>
        <pc:spChg chg="add del mod">
          <ac:chgData name="황경하" userId="89f64ca3-534b-430b-acdd-e699c6ed959a" providerId="ADAL" clId="{2876A8CB-C35D-455B-A256-AB2AE2D4B55A}" dt="2026-03-02T12:36:12.248" v="342" actId="478"/>
          <ac:spMkLst>
            <pc:docMk/>
            <pc:sldMk cId="3113774638" sldId="274"/>
            <ac:spMk id="21" creationId="{00000000-0000-0000-0000-000000000000}"/>
          </ac:spMkLst>
        </pc:spChg>
        <pc:spChg chg="add del mod">
          <ac:chgData name="황경하" userId="89f64ca3-534b-430b-acdd-e699c6ed959a" providerId="ADAL" clId="{2876A8CB-C35D-455B-A256-AB2AE2D4B55A}" dt="2026-03-02T12:36:12.248" v="342" actId="478"/>
          <ac:spMkLst>
            <pc:docMk/>
            <pc:sldMk cId="3113774638" sldId="274"/>
            <ac:spMk id="22" creationId="{00000000-0000-0000-0000-000000000000}"/>
          </ac:spMkLst>
        </pc:spChg>
        <pc:spChg chg="add del mod">
          <ac:chgData name="황경하" userId="89f64ca3-534b-430b-acdd-e699c6ed959a" providerId="ADAL" clId="{2876A8CB-C35D-455B-A256-AB2AE2D4B55A}" dt="2026-03-02T12:36:12.248" v="342" actId="478"/>
          <ac:spMkLst>
            <pc:docMk/>
            <pc:sldMk cId="3113774638" sldId="274"/>
            <ac:spMk id="23" creationId="{00000000-0000-0000-0000-000000000000}"/>
          </ac:spMkLst>
        </pc:spChg>
        <pc:picChg chg="add del mod">
          <ac:chgData name="황경하" userId="89f64ca3-534b-430b-acdd-e699c6ed959a" providerId="ADAL" clId="{2876A8CB-C35D-455B-A256-AB2AE2D4B55A}" dt="2026-03-02T12:57:16.223" v="628" actId="478"/>
          <ac:picMkLst>
            <pc:docMk/>
            <pc:sldMk cId="3113774638" sldId="274"/>
            <ac:picMk id="12" creationId="{00000000-0000-0000-0000-000000000000}"/>
          </ac:picMkLst>
        </pc:picChg>
      </pc:sldChg>
      <pc:sldChg chg="addSp delSp modSp new del mod ord">
        <pc:chgData name="황경하" userId="89f64ca3-534b-430b-acdd-e699c6ed959a" providerId="ADAL" clId="{2876A8CB-C35D-455B-A256-AB2AE2D4B55A}" dt="2026-03-03T08:06:33.163" v="1858" actId="47"/>
        <pc:sldMkLst>
          <pc:docMk/>
          <pc:sldMk cId="658999225" sldId="275"/>
        </pc:sldMkLst>
        <pc:spChg chg="add mod">
          <ac:chgData name="황경하" userId="89f64ca3-534b-430b-acdd-e699c6ed959a" providerId="ADAL" clId="{2876A8CB-C35D-455B-A256-AB2AE2D4B55A}" dt="2026-03-03T05:39:53.373" v="1023" actId="1037"/>
          <ac:spMkLst>
            <pc:docMk/>
            <pc:sldMk cId="658999225" sldId="275"/>
            <ac:spMk id="5" creationId="{FA3F19E6-60A9-FD03-2EBA-E2BA812A45D1}"/>
          </ac:spMkLst>
        </pc:spChg>
        <pc:spChg chg="add mod">
          <ac:chgData name="황경하" userId="89f64ca3-534b-430b-acdd-e699c6ed959a" providerId="ADAL" clId="{2876A8CB-C35D-455B-A256-AB2AE2D4B55A}" dt="2026-03-03T05:39:49.403" v="1019" actId="1037"/>
          <ac:spMkLst>
            <pc:docMk/>
            <pc:sldMk cId="658999225" sldId="275"/>
            <ac:spMk id="6" creationId="{DDA5DFC8-88EE-C7DD-6304-898244F154CC}"/>
          </ac:spMkLst>
        </pc:spChg>
        <pc:spChg chg="add mod">
          <ac:chgData name="황경하" userId="89f64ca3-534b-430b-acdd-e699c6ed959a" providerId="ADAL" clId="{2876A8CB-C35D-455B-A256-AB2AE2D4B55A}" dt="2026-03-03T05:39:47.013" v="1017" actId="1037"/>
          <ac:spMkLst>
            <pc:docMk/>
            <pc:sldMk cId="658999225" sldId="275"/>
            <ac:spMk id="7" creationId="{9B840AF2-E883-745F-3ED9-75FCB76963CF}"/>
          </ac:spMkLst>
        </pc:spChg>
        <pc:spChg chg="add del mod">
          <ac:chgData name="황경하" userId="89f64ca3-534b-430b-acdd-e699c6ed959a" providerId="ADAL" clId="{2876A8CB-C35D-455B-A256-AB2AE2D4B55A}" dt="2026-03-03T05:31:51.859" v="882" actId="478"/>
          <ac:spMkLst>
            <pc:docMk/>
            <pc:sldMk cId="658999225" sldId="275"/>
            <ac:spMk id="8" creationId="{878ADDE9-7A3B-83BF-232B-00FD2AE4967E}"/>
          </ac:spMkLst>
        </pc:spChg>
        <pc:spChg chg="add mod">
          <ac:chgData name="황경하" userId="89f64ca3-534b-430b-acdd-e699c6ed959a" providerId="ADAL" clId="{2876A8CB-C35D-455B-A256-AB2AE2D4B55A}" dt="2026-03-03T05:39:41.381" v="1015" actId="14100"/>
          <ac:spMkLst>
            <pc:docMk/>
            <pc:sldMk cId="658999225" sldId="275"/>
            <ac:spMk id="9" creationId="{5F9D3D9F-9926-8744-D394-9AE463B7C4CD}"/>
          </ac:spMkLst>
        </pc:spChg>
        <pc:grpChg chg="add del mod">
          <ac:chgData name="황경하" userId="89f64ca3-534b-430b-acdd-e699c6ed959a" providerId="ADAL" clId="{2876A8CB-C35D-455B-A256-AB2AE2D4B55A}" dt="2026-03-03T06:23:45.180" v="1374" actId="478"/>
          <ac:grpSpMkLst>
            <pc:docMk/>
            <pc:sldMk cId="658999225" sldId="275"/>
            <ac:grpSpMk id="10" creationId="{9E1B4CF4-557D-7F98-4089-6CB8F5BEED5F}"/>
          </ac:grpSpMkLst>
        </pc:grpChg>
        <pc:graphicFrameChg chg="add del mod">
          <ac:chgData name="황경하" userId="89f64ca3-534b-430b-acdd-e699c6ed959a" providerId="ADAL" clId="{2876A8CB-C35D-455B-A256-AB2AE2D4B55A}" dt="2026-03-03T05:31:51.859" v="882" actId="478"/>
          <ac:graphicFrameMkLst>
            <pc:docMk/>
            <pc:sldMk cId="658999225" sldId="275"/>
            <ac:graphicFrameMk id="4" creationId="{7D33EA55-D0FD-802B-A052-01B46BB4ABCF}"/>
          </ac:graphicFrameMkLst>
        </pc:graphicFrameChg>
        <pc:graphicFrameChg chg="add mod">
          <ac:chgData name="황경하" userId="89f64ca3-534b-430b-acdd-e699c6ed959a" providerId="ADAL" clId="{2876A8CB-C35D-455B-A256-AB2AE2D4B55A}" dt="2026-03-02T12:49:14.927" v="561"/>
          <ac:graphicFrameMkLst>
            <pc:docMk/>
            <pc:sldMk cId="658999225" sldId="275"/>
            <ac:graphicFrameMk id="7" creationId="{3ED78E4F-2A2B-C54E-1745-D10FDD0595E5}"/>
          </ac:graphicFrameMkLst>
        </pc:graphicFrameChg>
        <pc:picChg chg="add mod">
          <ac:chgData name="황경하" userId="89f64ca3-534b-430b-acdd-e699c6ed959a" providerId="ADAL" clId="{2876A8CB-C35D-455B-A256-AB2AE2D4B55A}" dt="2026-03-03T05:38:52.327" v="1006" actId="164"/>
          <ac:picMkLst>
            <pc:docMk/>
            <pc:sldMk cId="658999225" sldId="275"/>
            <ac:picMk id="3" creationId="{2365800B-9D7E-A0A6-348F-077497DDE876}"/>
          </ac:picMkLst>
        </pc:picChg>
        <pc:picChg chg="add del mod">
          <ac:chgData name="황경하" userId="89f64ca3-534b-430b-acdd-e699c6ed959a" providerId="ADAL" clId="{2876A8CB-C35D-455B-A256-AB2AE2D4B55A}" dt="2026-03-02T12:47:02.953" v="505" actId="478"/>
          <ac:picMkLst>
            <pc:docMk/>
            <pc:sldMk cId="658999225" sldId="275"/>
            <ac:picMk id="6" creationId="{5321CD0F-A799-519A-2897-2D6134CE761C}"/>
          </ac:picMkLst>
        </pc:picChg>
      </pc:sldChg>
      <pc:sldChg chg="addSp modSp new del mod">
        <pc:chgData name="황경하" userId="89f64ca3-534b-430b-acdd-e699c6ed959a" providerId="ADAL" clId="{2876A8CB-C35D-455B-A256-AB2AE2D4B55A}" dt="2026-03-03T08:06:33.163" v="1858" actId="47"/>
        <pc:sldMkLst>
          <pc:docMk/>
          <pc:sldMk cId="3638107987" sldId="276"/>
        </pc:sldMkLst>
        <pc:picChg chg="add mod">
          <ac:chgData name="황경하" userId="89f64ca3-534b-430b-acdd-e699c6ed959a" providerId="ADAL" clId="{2876A8CB-C35D-455B-A256-AB2AE2D4B55A}" dt="2026-03-03T05:39:03.480" v="1008" actId="1076"/>
          <ac:picMkLst>
            <pc:docMk/>
            <pc:sldMk cId="3638107987" sldId="276"/>
            <ac:picMk id="3" creationId="{6E606729-3531-EF75-3AF0-3A1D23895FC6}"/>
          </ac:picMkLst>
        </pc:picChg>
      </pc:sldChg>
      <pc:sldChg chg="addSp delSp modSp new del mod">
        <pc:chgData name="황경하" userId="89f64ca3-534b-430b-acdd-e699c6ed959a" providerId="ADAL" clId="{2876A8CB-C35D-455B-A256-AB2AE2D4B55A}" dt="2026-03-03T05:32:12.837" v="884" actId="2696"/>
        <pc:sldMkLst>
          <pc:docMk/>
          <pc:sldMk cId="4237568042" sldId="276"/>
        </pc:sldMkLst>
        <pc:spChg chg="add del mod">
          <ac:chgData name="황경하" userId="89f64ca3-534b-430b-acdd-e699c6ed959a" providerId="ADAL" clId="{2876A8CB-C35D-455B-A256-AB2AE2D4B55A}" dt="2026-03-03T05:32:02.588" v="883" actId="478"/>
          <ac:spMkLst>
            <pc:docMk/>
            <pc:sldMk cId="4237568042" sldId="276"/>
            <ac:spMk id="3" creationId="{F97C0A82-C763-3742-31BB-BC34CAF6A480}"/>
          </ac:spMkLst>
        </pc:spChg>
        <pc:graphicFrameChg chg="add del mod">
          <ac:chgData name="황경하" userId="89f64ca3-534b-430b-acdd-e699c6ed959a" providerId="ADAL" clId="{2876A8CB-C35D-455B-A256-AB2AE2D4B55A}" dt="2026-03-03T05:32:02.588" v="883" actId="478"/>
          <ac:graphicFrameMkLst>
            <pc:docMk/>
            <pc:sldMk cId="4237568042" sldId="276"/>
            <ac:graphicFrameMk id="2" creationId="{B6B849AA-01D0-2AFA-A42C-2413603159A8}"/>
          </ac:graphicFrameMkLst>
        </pc:graphicFrameChg>
      </pc:sldChg>
      <pc:sldChg chg="addSp delSp modSp new del mod">
        <pc:chgData name="황경하" userId="89f64ca3-534b-430b-acdd-e699c6ed959a" providerId="ADAL" clId="{2876A8CB-C35D-455B-A256-AB2AE2D4B55A}" dt="2026-03-03T08:06:33.163" v="1858" actId="47"/>
        <pc:sldMkLst>
          <pc:docMk/>
          <pc:sldMk cId="310436180" sldId="277"/>
        </pc:sldMkLst>
        <pc:spChg chg="add del">
          <ac:chgData name="황경하" userId="89f64ca3-534b-430b-acdd-e699c6ed959a" providerId="ADAL" clId="{2876A8CB-C35D-455B-A256-AB2AE2D4B55A}" dt="2026-03-03T05:53:01.438" v="1054" actId="478"/>
          <ac:spMkLst>
            <pc:docMk/>
            <pc:sldMk cId="310436180" sldId="277"/>
            <ac:spMk id="7" creationId="{81A7C1B1-EEEF-574F-0690-8DF1EE6E6422}"/>
          </ac:spMkLst>
        </pc:spChg>
        <pc:spChg chg="add mod topLvl">
          <ac:chgData name="황경하" userId="89f64ca3-534b-430b-acdd-e699c6ed959a" providerId="ADAL" clId="{2876A8CB-C35D-455B-A256-AB2AE2D4B55A}" dt="2026-03-03T06:22:48.991" v="1369" actId="164"/>
          <ac:spMkLst>
            <pc:docMk/>
            <pc:sldMk cId="310436180" sldId="277"/>
            <ac:spMk id="9" creationId="{880AA66F-7D79-89E9-44A7-4FF341378884}"/>
          </ac:spMkLst>
        </pc:spChg>
        <pc:spChg chg="add del mod">
          <ac:chgData name="황경하" userId="89f64ca3-534b-430b-acdd-e699c6ed959a" providerId="ADAL" clId="{2876A8CB-C35D-455B-A256-AB2AE2D4B55A}" dt="2026-03-03T06:03:48.693" v="1072" actId="478"/>
          <ac:spMkLst>
            <pc:docMk/>
            <pc:sldMk cId="310436180" sldId="277"/>
            <ac:spMk id="10" creationId="{7C13C4EA-59CF-28BD-A709-D5FEE2961BF7}"/>
          </ac:spMkLst>
        </pc:spChg>
        <pc:spChg chg="add del mod">
          <ac:chgData name="황경하" userId="89f64ca3-534b-430b-acdd-e699c6ed959a" providerId="ADAL" clId="{2876A8CB-C35D-455B-A256-AB2AE2D4B55A}" dt="2026-03-03T06:07:53.562" v="1203" actId="21"/>
          <ac:spMkLst>
            <pc:docMk/>
            <pc:sldMk cId="310436180" sldId="277"/>
            <ac:spMk id="11" creationId="{57B92973-F678-7379-BEFE-C227ED039FF8}"/>
          </ac:spMkLst>
        </pc:spChg>
        <pc:spChg chg="add mod topLvl">
          <ac:chgData name="황경하" userId="89f64ca3-534b-430b-acdd-e699c6ed959a" providerId="ADAL" clId="{2876A8CB-C35D-455B-A256-AB2AE2D4B55A}" dt="2026-03-03T06:22:48.991" v="1369" actId="164"/>
          <ac:spMkLst>
            <pc:docMk/>
            <pc:sldMk cId="310436180" sldId="277"/>
            <ac:spMk id="12" creationId="{944CF7E5-9D05-98D8-D1BC-111912FB6D1E}"/>
          </ac:spMkLst>
        </pc:spChg>
        <pc:spChg chg="add mod topLvl">
          <ac:chgData name="황경하" userId="89f64ca3-534b-430b-acdd-e699c6ed959a" providerId="ADAL" clId="{2876A8CB-C35D-455B-A256-AB2AE2D4B55A}" dt="2026-03-03T06:22:48.991" v="1369" actId="164"/>
          <ac:spMkLst>
            <pc:docMk/>
            <pc:sldMk cId="310436180" sldId="277"/>
            <ac:spMk id="15" creationId="{36BD242B-E713-78A6-A850-66361199F865}"/>
          </ac:spMkLst>
        </pc:spChg>
        <pc:spChg chg="add mod topLvl">
          <ac:chgData name="황경하" userId="89f64ca3-534b-430b-acdd-e699c6ed959a" providerId="ADAL" clId="{2876A8CB-C35D-455B-A256-AB2AE2D4B55A}" dt="2026-03-03T06:22:48.991" v="1369" actId="164"/>
          <ac:spMkLst>
            <pc:docMk/>
            <pc:sldMk cId="310436180" sldId="277"/>
            <ac:spMk id="16" creationId="{FD4D465E-7F27-5DAB-E32E-DB33F20544DA}"/>
          </ac:spMkLst>
        </pc:spChg>
        <pc:spChg chg="add mod topLvl">
          <ac:chgData name="황경하" userId="89f64ca3-534b-430b-acdd-e699c6ed959a" providerId="ADAL" clId="{2876A8CB-C35D-455B-A256-AB2AE2D4B55A}" dt="2026-03-03T06:22:48.991" v="1369" actId="164"/>
          <ac:spMkLst>
            <pc:docMk/>
            <pc:sldMk cId="310436180" sldId="277"/>
            <ac:spMk id="17" creationId="{3BD5222A-EE4F-8CB8-9CC5-1BAC1AC05D53}"/>
          </ac:spMkLst>
        </pc:spChg>
        <pc:spChg chg="add mod topLvl">
          <ac:chgData name="황경하" userId="89f64ca3-534b-430b-acdd-e699c6ed959a" providerId="ADAL" clId="{2876A8CB-C35D-455B-A256-AB2AE2D4B55A}" dt="2026-03-03T06:22:48.991" v="1369" actId="164"/>
          <ac:spMkLst>
            <pc:docMk/>
            <pc:sldMk cId="310436180" sldId="277"/>
            <ac:spMk id="18" creationId="{ABA7532C-4E07-C16C-90DF-FF4B4556E722}"/>
          </ac:spMkLst>
        </pc:spChg>
        <pc:spChg chg="add mod topLvl">
          <ac:chgData name="황경하" userId="89f64ca3-534b-430b-acdd-e699c6ed959a" providerId="ADAL" clId="{2876A8CB-C35D-455B-A256-AB2AE2D4B55A}" dt="2026-03-03T06:22:48.991" v="1369" actId="164"/>
          <ac:spMkLst>
            <pc:docMk/>
            <pc:sldMk cId="310436180" sldId="277"/>
            <ac:spMk id="19" creationId="{2BC77D99-3E9E-4A43-6C43-C8AB330864F5}"/>
          </ac:spMkLst>
        </pc:spChg>
        <pc:spChg chg="add del mod topLvl">
          <ac:chgData name="황경하" userId="89f64ca3-534b-430b-acdd-e699c6ed959a" providerId="ADAL" clId="{2876A8CB-C35D-455B-A256-AB2AE2D4B55A}" dt="2026-03-03T06:17:53.750" v="1293" actId="478"/>
          <ac:spMkLst>
            <pc:docMk/>
            <pc:sldMk cId="310436180" sldId="277"/>
            <ac:spMk id="20" creationId="{A0F0375C-2083-F90E-4550-C73CD3957033}"/>
          </ac:spMkLst>
        </pc:spChg>
        <pc:spChg chg="mod topLvl">
          <ac:chgData name="황경하" userId="89f64ca3-534b-430b-acdd-e699c6ed959a" providerId="ADAL" clId="{2876A8CB-C35D-455B-A256-AB2AE2D4B55A}" dt="2026-03-03T06:22:48.991" v="1369" actId="164"/>
          <ac:spMkLst>
            <pc:docMk/>
            <pc:sldMk cId="310436180" sldId="277"/>
            <ac:spMk id="24" creationId="{57B92973-F678-7379-BEFE-C227ED039FF8}"/>
          </ac:spMkLst>
        </pc:spChg>
        <pc:spChg chg="add mod">
          <ac:chgData name="황경하" userId="89f64ca3-534b-430b-acdd-e699c6ed959a" providerId="ADAL" clId="{2876A8CB-C35D-455B-A256-AB2AE2D4B55A}" dt="2026-03-03T06:22:48.991" v="1369" actId="164"/>
          <ac:spMkLst>
            <pc:docMk/>
            <pc:sldMk cId="310436180" sldId="277"/>
            <ac:spMk id="26" creationId="{5ADC842E-71DF-665E-4BF6-6D3749EE3E91}"/>
          </ac:spMkLst>
        </pc:spChg>
        <pc:grpChg chg="add del mod">
          <ac:chgData name="황경하" userId="89f64ca3-534b-430b-acdd-e699c6ed959a" providerId="ADAL" clId="{2876A8CB-C35D-455B-A256-AB2AE2D4B55A}" dt="2026-03-03T06:17:37.707" v="1288" actId="165"/>
          <ac:grpSpMkLst>
            <pc:docMk/>
            <pc:sldMk cId="310436180" sldId="277"/>
            <ac:grpSpMk id="21" creationId="{BB2015A5-9769-56CB-D3A0-C368B98CB29E}"/>
          </ac:grpSpMkLst>
        </pc:grpChg>
        <pc:grpChg chg="add del mod">
          <ac:chgData name="황경하" userId="89f64ca3-534b-430b-acdd-e699c6ed959a" providerId="ADAL" clId="{2876A8CB-C35D-455B-A256-AB2AE2D4B55A}" dt="2026-03-03T06:19:01.787" v="1354" actId="165"/>
          <ac:grpSpMkLst>
            <pc:docMk/>
            <pc:sldMk cId="310436180" sldId="277"/>
            <ac:grpSpMk id="22" creationId="{E3419132-DD68-E2AD-278B-7393BA52D4FD}"/>
          </ac:grpSpMkLst>
        </pc:grpChg>
        <pc:picChg chg="add del mod">
          <ac:chgData name="황경하" userId="89f64ca3-534b-430b-acdd-e699c6ed959a" providerId="ADAL" clId="{2876A8CB-C35D-455B-A256-AB2AE2D4B55A}" dt="2026-03-03T05:51:33.981" v="1035" actId="478"/>
          <ac:picMkLst>
            <pc:docMk/>
            <pc:sldMk cId="310436180" sldId="277"/>
            <ac:picMk id="3" creationId="{B90540F3-77F7-53B1-E81D-5E442DB4A3DD}"/>
          </ac:picMkLst>
        </pc:picChg>
        <pc:picChg chg="add del mod modCrop">
          <ac:chgData name="황경하" userId="89f64ca3-534b-430b-acdd-e699c6ed959a" providerId="ADAL" clId="{2876A8CB-C35D-455B-A256-AB2AE2D4B55A}" dt="2026-03-03T06:03:53.425" v="1074" actId="478"/>
          <ac:picMkLst>
            <pc:docMk/>
            <pc:sldMk cId="310436180" sldId="277"/>
            <ac:picMk id="4" creationId="{2C167FC1-5B0A-DAC5-2169-5B6C1A30980C}"/>
          </ac:picMkLst>
        </pc:picChg>
        <pc:picChg chg="add del mod">
          <ac:chgData name="황경하" userId="89f64ca3-534b-430b-acdd-e699c6ed959a" providerId="ADAL" clId="{2876A8CB-C35D-455B-A256-AB2AE2D4B55A}" dt="2026-03-03T06:07:53.562" v="1203" actId="21"/>
          <ac:picMkLst>
            <pc:docMk/>
            <pc:sldMk cId="310436180" sldId="277"/>
            <ac:picMk id="6" creationId="{69BD1E4E-36A5-4844-0FDC-DBF16D2324C3}"/>
          </ac:picMkLst>
        </pc:picChg>
        <pc:picChg chg="add mod topLvl modCrop">
          <ac:chgData name="황경하" userId="89f64ca3-534b-430b-acdd-e699c6ed959a" providerId="ADAL" clId="{2876A8CB-C35D-455B-A256-AB2AE2D4B55A}" dt="2026-03-03T06:18:51.470" v="1341" actId="1037"/>
          <ac:picMkLst>
            <pc:docMk/>
            <pc:sldMk cId="310436180" sldId="277"/>
            <ac:picMk id="14" creationId="{04CA9666-E3FA-1218-BE99-915BE6D212EB}"/>
          </ac:picMkLst>
        </pc:picChg>
        <pc:picChg chg="mod topLvl">
          <ac:chgData name="황경하" userId="89f64ca3-534b-430b-acdd-e699c6ed959a" providerId="ADAL" clId="{2876A8CB-C35D-455B-A256-AB2AE2D4B55A}" dt="2026-03-03T06:22:48.991" v="1369" actId="164"/>
          <ac:picMkLst>
            <pc:docMk/>
            <pc:sldMk cId="310436180" sldId="277"/>
            <ac:picMk id="23" creationId="{69BD1E4E-36A5-4844-0FDC-DBF16D2324C3}"/>
          </ac:picMkLst>
        </pc:picChg>
      </pc:sldChg>
      <pc:sldChg chg="new del">
        <pc:chgData name="황경하" userId="89f64ca3-534b-430b-acdd-e699c6ed959a" providerId="ADAL" clId="{2876A8CB-C35D-455B-A256-AB2AE2D4B55A}" dt="2026-03-02T13:04:19.971" v="677" actId="47"/>
        <pc:sldMkLst>
          <pc:docMk/>
          <pc:sldMk cId="2860493502" sldId="277"/>
        </pc:sldMkLst>
      </pc:sldChg>
      <pc:sldChg chg="addSp delSp modSp new del mod">
        <pc:chgData name="황경하" userId="89f64ca3-534b-430b-acdd-e699c6ed959a" providerId="ADAL" clId="{2876A8CB-C35D-455B-A256-AB2AE2D4B55A}" dt="2026-03-03T08:06:33.163" v="1858" actId="47"/>
        <pc:sldMkLst>
          <pc:docMk/>
          <pc:sldMk cId="626885314" sldId="278"/>
        </pc:sldMkLst>
        <pc:spChg chg="add mod">
          <ac:chgData name="황경하" userId="89f64ca3-534b-430b-acdd-e699c6ed959a" providerId="ADAL" clId="{2876A8CB-C35D-455B-A256-AB2AE2D4B55A}" dt="2026-03-03T06:38:01.176" v="1527" actId="113"/>
          <ac:spMkLst>
            <pc:docMk/>
            <pc:sldMk cId="626885314" sldId="278"/>
            <ac:spMk id="9" creationId="{82DBF27E-DCDD-CAC9-03DC-75CE0D51E8E1}"/>
          </ac:spMkLst>
        </pc:spChg>
        <pc:spChg chg="add mod">
          <ac:chgData name="황경하" userId="89f64ca3-534b-430b-acdd-e699c6ed959a" providerId="ADAL" clId="{2876A8CB-C35D-455B-A256-AB2AE2D4B55A}" dt="2026-03-03T06:09:47.597" v="1254" actId="164"/>
          <ac:spMkLst>
            <pc:docMk/>
            <pc:sldMk cId="626885314" sldId="278"/>
            <ac:spMk id="11" creationId="{57B92973-F678-7379-BEFE-C227ED039FF8}"/>
          </ac:spMkLst>
        </pc:spChg>
        <pc:spChg chg="add mod">
          <ac:chgData name="황경하" userId="89f64ca3-534b-430b-acdd-e699c6ed959a" providerId="ADAL" clId="{2876A8CB-C35D-455B-A256-AB2AE2D4B55A}" dt="2026-03-03T06:36:39.249" v="1512" actId="207"/>
          <ac:spMkLst>
            <pc:docMk/>
            <pc:sldMk cId="626885314" sldId="278"/>
            <ac:spMk id="14" creationId="{BCF2D753-62F7-AA9D-F715-2A3A18E6BD10}"/>
          </ac:spMkLst>
        </pc:spChg>
        <pc:spChg chg="add mod">
          <ac:chgData name="황경하" userId="89f64ca3-534b-430b-acdd-e699c6ed959a" providerId="ADAL" clId="{2876A8CB-C35D-455B-A256-AB2AE2D4B55A}" dt="2026-03-03T06:37:27.909" v="1522" actId="207"/>
          <ac:spMkLst>
            <pc:docMk/>
            <pc:sldMk cId="626885314" sldId="278"/>
            <ac:spMk id="22" creationId="{3D2B7CDE-E217-2A56-2AD4-4D5D8B69D563}"/>
          </ac:spMkLst>
        </pc:spChg>
        <pc:grpChg chg="add del mod">
          <ac:chgData name="황경하" userId="89f64ca3-534b-430b-acdd-e699c6ed959a" providerId="ADAL" clId="{2876A8CB-C35D-455B-A256-AB2AE2D4B55A}" dt="2026-03-03T06:17:03.311" v="1274" actId="21"/>
          <ac:grpSpMkLst>
            <pc:docMk/>
            <pc:sldMk cId="626885314" sldId="278"/>
            <ac:grpSpMk id="2" creationId="{E3419132-DD68-E2AD-278B-7393BA52D4FD}"/>
          </ac:grpSpMkLst>
        </pc:grpChg>
        <pc:picChg chg="add mod">
          <ac:chgData name="황경하" userId="89f64ca3-534b-430b-acdd-e699c6ed959a" providerId="ADAL" clId="{2876A8CB-C35D-455B-A256-AB2AE2D4B55A}" dt="2026-03-03T06:34:17.796" v="1495" actId="1076"/>
          <ac:picMkLst>
            <pc:docMk/>
            <pc:sldMk cId="626885314" sldId="278"/>
            <ac:picMk id="4" creationId="{6DDC0EF8-AF30-4423-4DE2-01DD9D1D2935}"/>
          </ac:picMkLst>
        </pc:picChg>
        <pc:picChg chg="add mod">
          <ac:chgData name="황경하" userId="89f64ca3-534b-430b-acdd-e699c6ed959a" providerId="ADAL" clId="{2876A8CB-C35D-455B-A256-AB2AE2D4B55A}" dt="2026-03-03T06:09:47.597" v="1254" actId="164"/>
          <ac:picMkLst>
            <pc:docMk/>
            <pc:sldMk cId="626885314" sldId="278"/>
            <ac:picMk id="6" creationId="{69BD1E4E-36A5-4844-0FDC-DBF16D2324C3}"/>
          </ac:picMkLst>
        </pc:picChg>
        <pc:cxnChg chg="add del mod">
          <ac:chgData name="황경하" userId="89f64ca3-534b-430b-acdd-e699c6ed959a" providerId="ADAL" clId="{2876A8CB-C35D-455B-A256-AB2AE2D4B55A}" dt="2026-03-03T06:33:45.843" v="1382" actId="478"/>
          <ac:cxnSpMkLst>
            <pc:docMk/>
            <pc:sldMk cId="626885314" sldId="278"/>
            <ac:cxnSpMk id="7" creationId="{EBC7CF7A-537C-93E5-FBAB-CEB63A398B65}"/>
          </ac:cxnSpMkLst>
        </pc:cxnChg>
        <pc:cxnChg chg="add del mod">
          <ac:chgData name="황경하" userId="89f64ca3-534b-430b-acdd-e699c6ed959a" providerId="ADAL" clId="{2876A8CB-C35D-455B-A256-AB2AE2D4B55A}" dt="2026-03-03T06:34:45.857" v="1502" actId="478"/>
          <ac:cxnSpMkLst>
            <pc:docMk/>
            <pc:sldMk cId="626885314" sldId="278"/>
            <ac:cxnSpMk id="12" creationId="{8E680760-F5D6-E760-DDCD-8C8ED18D26AA}"/>
          </ac:cxnSpMkLst>
        </pc:cxnChg>
        <pc:cxnChg chg="add del mod">
          <ac:chgData name="황경하" userId="89f64ca3-534b-430b-acdd-e699c6ed959a" providerId="ADAL" clId="{2876A8CB-C35D-455B-A256-AB2AE2D4B55A}" dt="2026-03-03T06:36:13.984" v="1507" actId="478"/>
          <ac:cxnSpMkLst>
            <pc:docMk/>
            <pc:sldMk cId="626885314" sldId="278"/>
            <ac:cxnSpMk id="16" creationId="{B4DC75F3-C680-B666-58D8-0B9A2958CED1}"/>
          </ac:cxnSpMkLst>
        </pc:cxnChg>
        <pc:cxnChg chg="add mod">
          <ac:chgData name="황경하" userId="89f64ca3-534b-430b-acdd-e699c6ed959a" providerId="ADAL" clId="{2876A8CB-C35D-455B-A256-AB2AE2D4B55A}" dt="2026-03-03T06:38:01.176" v="1527" actId="113"/>
          <ac:cxnSpMkLst>
            <pc:docMk/>
            <pc:sldMk cId="626885314" sldId="278"/>
            <ac:cxnSpMk id="20" creationId="{C448A40D-293A-46C7-D523-DE294840BB1A}"/>
          </ac:cxnSpMkLst>
        </pc:cxnChg>
      </pc:sldChg>
      <pc:sldChg chg="addSp modSp new del mod">
        <pc:chgData name="황경하" userId="89f64ca3-534b-430b-acdd-e699c6ed959a" providerId="ADAL" clId="{2876A8CB-C35D-455B-A256-AB2AE2D4B55A}" dt="2026-03-03T08:06:33.163" v="1858" actId="47"/>
        <pc:sldMkLst>
          <pc:docMk/>
          <pc:sldMk cId="1828657935" sldId="279"/>
        </pc:sldMkLst>
        <pc:spChg chg="mod">
          <ac:chgData name="황경하" userId="89f64ca3-534b-430b-acdd-e699c6ed959a" providerId="ADAL" clId="{2876A8CB-C35D-455B-A256-AB2AE2D4B55A}" dt="2026-03-03T06:22:43.279" v="1367"/>
          <ac:spMkLst>
            <pc:docMk/>
            <pc:sldMk cId="1828657935" sldId="279"/>
            <ac:spMk id="4" creationId="{C42FDC4D-8A32-5A3A-2DD6-7FADD76C1702}"/>
          </ac:spMkLst>
        </pc:spChg>
        <pc:spChg chg="mod">
          <ac:chgData name="황경하" userId="89f64ca3-534b-430b-acdd-e699c6ed959a" providerId="ADAL" clId="{2876A8CB-C35D-455B-A256-AB2AE2D4B55A}" dt="2026-03-03T06:22:43.279" v="1367"/>
          <ac:spMkLst>
            <pc:docMk/>
            <pc:sldMk cId="1828657935" sldId="279"/>
            <ac:spMk id="5" creationId="{5620E64A-2695-DB2E-7B7D-A518FD9CAEBC}"/>
          </ac:spMkLst>
        </pc:spChg>
        <pc:spChg chg="mod">
          <ac:chgData name="황경하" userId="89f64ca3-534b-430b-acdd-e699c6ed959a" providerId="ADAL" clId="{2876A8CB-C35D-455B-A256-AB2AE2D4B55A}" dt="2026-03-03T06:22:43.279" v="1367"/>
          <ac:spMkLst>
            <pc:docMk/>
            <pc:sldMk cId="1828657935" sldId="279"/>
            <ac:spMk id="6" creationId="{A02D28B5-01B6-3CD3-059E-B38ACF95CDC0}"/>
          </ac:spMkLst>
        </pc:spChg>
        <pc:spChg chg="mod">
          <ac:chgData name="황경하" userId="89f64ca3-534b-430b-acdd-e699c6ed959a" providerId="ADAL" clId="{2876A8CB-C35D-455B-A256-AB2AE2D4B55A}" dt="2026-03-03T06:22:43.279" v="1367"/>
          <ac:spMkLst>
            <pc:docMk/>
            <pc:sldMk cId="1828657935" sldId="279"/>
            <ac:spMk id="7" creationId="{3FAB1DA6-E99B-7D4C-4978-BF6F71DC0536}"/>
          </ac:spMkLst>
        </pc:spChg>
        <pc:grpChg chg="add mod">
          <ac:chgData name="황경하" userId="89f64ca3-534b-430b-acdd-e699c6ed959a" providerId="ADAL" clId="{2876A8CB-C35D-455B-A256-AB2AE2D4B55A}" dt="2026-03-03T06:23:20.510" v="1373" actId="1076"/>
          <ac:grpSpMkLst>
            <pc:docMk/>
            <pc:sldMk cId="1828657935" sldId="279"/>
            <ac:grpSpMk id="2" creationId="{3EAF25DA-754D-9EB7-55B9-AE66F8CE704F}"/>
          </ac:grpSpMkLst>
        </pc:grpChg>
        <pc:picChg chg="mod">
          <ac:chgData name="황경하" userId="89f64ca3-534b-430b-acdd-e699c6ed959a" providerId="ADAL" clId="{2876A8CB-C35D-455B-A256-AB2AE2D4B55A}" dt="2026-03-03T06:22:43.279" v="1367"/>
          <ac:picMkLst>
            <pc:docMk/>
            <pc:sldMk cId="1828657935" sldId="279"/>
            <ac:picMk id="3" creationId="{CA37771B-37BF-3E60-76ED-22341D08BF60}"/>
          </ac:picMkLst>
        </pc:picChg>
      </pc:sldChg>
      <pc:sldChg chg="addSp delSp modSp new del mod ord setBg">
        <pc:chgData name="황경하" userId="89f64ca3-534b-430b-acdd-e699c6ed959a" providerId="ADAL" clId="{2876A8CB-C35D-455B-A256-AB2AE2D4B55A}" dt="2026-03-03T08:06:33.163" v="1858" actId="47"/>
        <pc:sldMkLst>
          <pc:docMk/>
          <pc:sldMk cId="2809353006" sldId="280"/>
        </pc:sldMkLst>
        <pc:spChg chg="add del">
          <ac:chgData name="황경하" userId="89f64ca3-534b-430b-acdd-e699c6ed959a" providerId="ADAL" clId="{2876A8CB-C35D-455B-A256-AB2AE2D4B55A}" dt="2026-03-03T06:51:36.468" v="1534" actId="26606"/>
          <ac:spMkLst>
            <pc:docMk/>
            <pc:sldMk cId="2809353006" sldId="280"/>
            <ac:spMk id="8" creationId="{42A4FC2C-047E-45A5-965D-8E1E3BF09BC6}"/>
          </ac:spMkLst>
        </pc:spChg>
        <pc:picChg chg="add mod">
          <ac:chgData name="황경하" userId="89f64ca3-534b-430b-acdd-e699c6ed959a" providerId="ADAL" clId="{2876A8CB-C35D-455B-A256-AB2AE2D4B55A}" dt="2026-03-03T06:54:21.102" v="1574" actId="1036"/>
          <ac:picMkLst>
            <pc:docMk/>
            <pc:sldMk cId="2809353006" sldId="280"/>
            <ac:picMk id="3" creationId="{D063B78F-65DE-6D4A-D3C2-0CE6AC89C5A2}"/>
          </ac:picMkLst>
        </pc:picChg>
        <pc:picChg chg="add mod">
          <ac:chgData name="황경하" userId="89f64ca3-534b-430b-acdd-e699c6ed959a" providerId="ADAL" clId="{2876A8CB-C35D-455B-A256-AB2AE2D4B55A}" dt="2026-03-03T06:52:42.242" v="1550"/>
          <ac:picMkLst>
            <pc:docMk/>
            <pc:sldMk cId="2809353006" sldId="280"/>
            <ac:picMk id="4" creationId="{C64AEBD6-FA2D-D52F-E050-08B6ABEA3D82}"/>
          </ac:picMkLst>
        </pc:picChg>
      </pc:sldChg>
      <pc:sldChg chg="addSp modSp new del mod ord">
        <pc:chgData name="황경하" userId="89f64ca3-534b-430b-acdd-e699c6ed959a" providerId="ADAL" clId="{2876A8CB-C35D-455B-A256-AB2AE2D4B55A}" dt="2026-03-03T08:06:33.163" v="1858" actId="47"/>
        <pc:sldMkLst>
          <pc:docMk/>
          <pc:sldMk cId="870792693" sldId="281"/>
        </pc:sldMkLst>
        <pc:picChg chg="add mod">
          <ac:chgData name="황경하" userId="89f64ca3-534b-430b-acdd-e699c6ed959a" providerId="ADAL" clId="{2876A8CB-C35D-455B-A256-AB2AE2D4B55A}" dt="2026-03-03T06:51:53.381" v="1541" actId="962"/>
          <ac:picMkLst>
            <pc:docMk/>
            <pc:sldMk cId="870792693" sldId="281"/>
            <ac:picMk id="3" creationId="{4E4F5289-F4E4-20A6-1B08-B5DB22B567C3}"/>
          </ac:picMkLst>
        </pc:picChg>
      </pc:sldChg>
      <pc:sldChg chg="modSp add del mod">
        <pc:chgData name="황경하" userId="89f64ca3-534b-430b-acdd-e699c6ed959a" providerId="ADAL" clId="{2876A8CB-C35D-455B-A256-AB2AE2D4B55A}" dt="2026-03-03T08:06:33.163" v="1858" actId="47"/>
        <pc:sldMkLst>
          <pc:docMk/>
          <pc:sldMk cId="2793388464" sldId="282"/>
        </pc:sldMkLst>
        <pc:picChg chg="mod modCrop">
          <ac:chgData name="황경하" userId="89f64ca3-534b-430b-acdd-e699c6ed959a" providerId="ADAL" clId="{2876A8CB-C35D-455B-A256-AB2AE2D4B55A}" dt="2026-03-03T06:52:37.356" v="1549" actId="1076"/>
          <ac:picMkLst>
            <pc:docMk/>
            <pc:sldMk cId="2793388464" sldId="282"/>
            <ac:picMk id="3" creationId="{D4EA4097-2D50-DC4A-D30F-C2782C9A06A0}"/>
          </ac:picMkLst>
        </pc:picChg>
      </pc:sldChg>
      <pc:sldChg chg="addSp delSp modSp add del mod">
        <pc:chgData name="황경하" userId="89f64ca3-534b-430b-acdd-e699c6ed959a" providerId="ADAL" clId="{2876A8CB-C35D-455B-A256-AB2AE2D4B55A}" dt="2026-03-03T08:06:33.163" v="1858" actId="47"/>
        <pc:sldMkLst>
          <pc:docMk/>
          <pc:sldMk cId="158694296" sldId="283"/>
        </pc:sldMkLst>
        <pc:spChg chg="add del mod">
          <ac:chgData name="황경하" userId="89f64ca3-534b-430b-acdd-e699c6ed959a" providerId="ADAL" clId="{2876A8CB-C35D-455B-A256-AB2AE2D4B55A}" dt="2026-03-03T07:29:00.702" v="1763" actId="478"/>
          <ac:spMkLst>
            <pc:docMk/>
            <pc:sldMk cId="158694296" sldId="283"/>
            <ac:spMk id="4" creationId="{40D0D07E-A911-3B57-9F02-2171E48B94D9}"/>
          </ac:spMkLst>
        </pc:spChg>
        <pc:spChg chg="add mod">
          <ac:chgData name="황경하" userId="89f64ca3-534b-430b-acdd-e699c6ed959a" providerId="ADAL" clId="{2876A8CB-C35D-455B-A256-AB2AE2D4B55A}" dt="2026-03-03T07:32:08.118" v="1849"/>
          <ac:spMkLst>
            <pc:docMk/>
            <pc:sldMk cId="158694296" sldId="283"/>
            <ac:spMk id="9" creationId="{16357C7E-2D6A-21E7-A651-E7886C830BF7}"/>
          </ac:spMkLst>
        </pc:spChg>
        <pc:graphicFrameChg chg="add mod modGraphic">
          <ac:chgData name="황경하" userId="89f64ca3-534b-430b-acdd-e699c6ed959a" providerId="ADAL" clId="{2876A8CB-C35D-455B-A256-AB2AE2D4B55A}" dt="2026-03-03T07:33:13.008" v="1855" actId="2711"/>
          <ac:graphicFrameMkLst>
            <pc:docMk/>
            <pc:sldMk cId="158694296" sldId="283"/>
            <ac:graphicFrameMk id="2" creationId="{532EFFF6-8E05-2D32-BD64-5233A9D54A98}"/>
          </ac:graphicFrameMkLst>
        </pc:graphicFrameChg>
        <pc:graphicFrameChg chg="add mod">
          <ac:chgData name="황경하" userId="89f64ca3-534b-430b-acdd-e699c6ed959a" providerId="ADAL" clId="{2876A8CB-C35D-455B-A256-AB2AE2D4B55A}" dt="2026-03-03T07:32:08.118" v="1849"/>
          <ac:graphicFrameMkLst>
            <pc:docMk/>
            <pc:sldMk cId="158694296" sldId="283"/>
            <ac:graphicFrameMk id="8" creationId="{8A76420A-A939-759B-481A-8AAB9773869A}"/>
          </ac:graphicFrameMkLst>
        </pc:graphicFrameChg>
        <pc:picChg chg="del mod modCrop">
          <ac:chgData name="황경하" userId="89f64ca3-534b-430b-acdd-e699c6ed959a" providerId="ADAL" clId="{2876A8CB-C35D-455B-A256-AB2AE2D4B55A}" dt="2026-03-03T07:28:58.057" v="1762" actId="478"/>
          <ac:picMkLst>
            <pc:docMk/>
            <pc:sldMk cId="158694296" sldId="283"/>
            <ac:picMk id="3" creationId="{39BEEBE9-D5FA-5DC0-2603-08E17035C470}"/>
          </ac:picMkLst>
        </pc:picChg>
        <pc:picChg chg="add del mod">
          <ac:chgData name="황경하" userId="89f64ca3-534b-430b-acdd-e699c6ed959a" providerId="ADAL" clId="{2876A8CB-C35D-455B-A256-AB2AE2D4B55A}" dt="2026-03-03T07:31:41.601" v="1846" actId="478"/>
          <ac:picMkLst>
            <pc:docMk/>
            <pc:sldMk cId="158694296" sldId="283"/>
            <ac:picMk id="6" creationId="{E65A04FA-8EF0-25B2-16D2-E364E30314D7}"/>
          </ac:picMkLst>
        </pc:picChg>
        <pc:picChg chg="add del mod">
          <ac:chgData name="황경하" userId="89f64ca3-534b-430b-acdd-e699c6ed959a" providerId="ADAL" clId="{2876A8CB-C35D-455B-A256-AB2AE2D4B55A}" dt="2026-03-03T07:30:46" v="1835" actId="478"/>
          <ac:picMkLst>
            <pc:docMk/>
            <pc:sldMk cId="158694296" sldId="283"/>
            <ac:picMk id="7" creationId="{DAE507AA-8CF5-21A5-76A4-8D3C30BF354F}"/>
          </ac:picMkLst>
        </pc:picChg>
        <pc:picChg chg="add del">
          <ac:chgData name="황경하" userId="89f64ca3-534b-430b-acdd-e699c6ed959a" providerId="ADAL" clId="{2876A8CB-C35D-455B-A256-AB2AE2D4B55A}" dt="2026-03-03T07:32:39.404" v="1853" actId="478"/>
          <ac:picMkLst>
            <pc:docMk/>
            <pc:sldMk cId="158694296" sldId="283"/>
            <ac:picMk id="11" creationId="{14D75543-D9FE-1217-D2A5-F3C08D38FE18}"/>
          </ac:picMkLst>
        </pc:picChg>
      </pc:sldChg>
      <pc:sldChg chg="addSp delSp modSp new del mod">
        <pc:chgData name="황경하" userId="89f64ca3-534b-430b-acdd-e699c6ed959a" providerId="ADAL" clId="{2876A8CB-C35D-455B-A256-AB2AE2D4B55A}" dt="2026-03-03T08:06:33.163" v="1858" actId="47"/>
        <pc:sldMkLst>
          <pc:docMk/>
          <pc:sldMk cId="1972237391" sldId="284"/>
        </pc:sldMkLst>
        <pc:spChg chg="add del mod">
          <ac:chgData name="황경하" userId="89f64ca3-534b-430b-acdd-e699c6ed959a" providerId="ADAL" clId="{2876A8CB-C35D-455B-A256-AB2AE2D4B55A}" dt="2026-03-03T07:28:24.372" v="1758" actId="21"/>
          <ac:spMkLst>
            <pc:docMk/>
            <pc:sldMk cId="1972237391" sldId="284"/>
            <ac:spMk id="4" creationId="{6FC12EE9-F8B9-CD65-0B4F-4A637104EE39}"/>
          </ac:spMkLst>
        </pc:spChg>
        <pc:spChg chg="add del mod">
          <ac:chgData name="황경하" userId="89f64ca3-534b-430b-acdd-e699c6ed959a" providerId="ADAL" clId="{2876A8CB-C35D-455B-A256-AB2AE2D4B55A}" dt="2026-03-03T07:28:24.372" v="1758" actId="21"/>
          <ac:spMkLst>
            <pc:docMk/>
            <pc:sldMk cId="1972237391" sldId="284"/>
            <ac:spMk id="5" creationId="{45D04BF7-648E-8A22-9E10-853C335D616A}"/>
          </ac:spMkLst>
        </pc:spChg>
        <pc:graphicFrameChg chg="add del">
          <ac:chgData name="황경하" userId="89f64ca3-534b-430b-acdd-e699c6ed959a" providerId="ADAL" clId="{2876A8CB-C35D-455B-A256-AB2AE2D4B55A}" dt="2026-03-03T07:28:35.053" v="1760" actId="478"/>
          <ac:graphicFrameMkLst>
            <pc:docMk/>
            <pc:sldMk cId="1972237391" sldId="284"/>
            <ac:graphicFrameMk id="6" creationId="{DDA3A767-3335-FF42-898E-C1460E100CBB}"/>
          </ac:graphicFrameMkLst>
        </pc:graphicFrameChg>
        <pc:picChg chg="add del mod">
          <ac:chgData name="황경하" userId="89f64ca3-534b-430b-acdd-e699c6ed959a" providerId="ADAL" clId="{2876A8CB-C35D-455B-A256-AB2AE2D4B55A}" dt="2026-03-03T07:28:24.372" v="1758" actId="21"/>
          <ac:picMkLst>
            <pc:docMk/>
            <pc:sldMk cId="1972237391" sldId="284"/>
            <ac:picMk id="2" creationId="{7B4D4B25-ABF7-AD90-7BAE-A9D0615BFE3D}"/>
          </ac:picMkLst>
        </pc:picChg>
        <pc:picChg chg="add del mod">
          <ac:chgData name="황경하" userId="89f64ca3-534b-430b-acdd-e699c6ed959a" providerId="ADAL" clId="{2876A8CB-C35D-455B-A256-AB2AE2D4B55A}" dt="2026-03-03T07:28:24.372" v="1758" actId="21"/>
          <ac:picMkLst>
            <pc:docMk/>
            <pc:sldMk cId="1972237391" sldId="284"/>
            <ac:picMk id="3" creationId="{BE9D20C3-0C07-FC06-A2C0-DD089A5C056F}"/>
          </ac:picMkLst>
        </pc:picChg>
      </pc:sldChg>
      <pc:sldChg chg="addSp modSp new del mod">
        <pc:chgData name="황경하" userId="89f64ca3-534b-430b-acdd-e699c6ed959a" providerId="ADAL" clId="{2876A8CB-C35D-455B-A256-AB2AE2D4B55A}" dt="2026-03-03T08:06:33.163" v="1858" actId="47"/>
        <pc:sldMkLst>
          <pc:docMk/>
          <pc:sldMk cId="3793501753" sldId="285"/>
        </pc:sldMkLst>
        <pc:picChg chg="add mod">
          <ac:chgData name="황경하" userId="89f64ca3-534b-430b-acdd-e699c6ed959a" providerId="ADAL" clId="{2876A8CB-C35D-455B-A256-AB2AE2D4B55A}" dt="2026-03-03T07:30:27.651" v="1829" actId="1076"/>
          <ac:picMkLst>
            <pc:docMk/>
            <pc:sldMk cId="3793501753" sldId="285"/>
            <ac:picMk id="3" creationId="{089ED091-5CBC-49E4-CF93-913A54A7E74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6DE9F-9A67-4854-9E8B-22A988B17243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320BD-9A79-40FD-9F29-F3FB7DA832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716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320BD-9A79-40FD-9F29-F3FB7DA8326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718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600756-15C2-B77B-7A8E-9D795E29E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340" y="1714500"/>
            <a:ext cx="11359319" cy="659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5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30E0DA-7CBA-E005-9445-FFA40C31AAF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45530"/>
            <a:ext cx="11358000" cy="659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81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의류, 사람, 사람들, 그룹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8D0905-F202-0B6F-C824-37AD036B96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845900"/>
            <a:ext cx="11718000" cy="65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87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47;p4">
            <a:extLst>
              <a:ext uri="{FF2B5EF4-FFF2-40B4-BE49-F238E27FC236}">
                <a16:creationId xmlns:a16="http://schemas.microsoft.com/office/drawing/2014/main" id="{E5510F7E-1C9C-7B48-1B23-B3921122508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35580"/>
          <a:stretch>
            <a:fillRect/>
          </a:stretch>
        </p:blipFill>
        <p:spPr>
          <a:xfrm>
            <a:off x="4419601" y="1425105"/>
            <a:ext cx="8763000" cy="7436789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881382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실내, 회의장, 벽, 회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E031DF-C3F6-D51C-060B-0E226B9AB29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485899"/>
            <a:ext cx="8762400" cy="7437600"/>
          </a:xfrm>
          <a:prstGeom prst="rect">
            <a:avLst/>
          </a:prstGeom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505872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EB7597-FDA4-517D-7F50-C4C3DE68F0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476500"/>
            <a:ext cx="9795600" cy="509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50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0F2BC6-90EC-4B61-072F-B9A05523E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095500"/>
            <a:ext cx="9796990" cy="508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9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72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</Words>
  <Application>Microsoft Office PowerPoint</Application>
  <PresentationFormat>사용자 지정</PresentationFormat>
  <Paragraphs>1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KYEONG HA</dc:creator>
  <cp:lastModifiedBy>황경하</cp:lastModifiedBy>
  <cp:revision>14</cp:revision>
  <cp:lastPrinted>2025-06-26T11:32:37Z</cp:lastPrinted>
  <dcterms:created xsi:type="dcterms:W3CDTF">2006-08-16T00:00:00Z</dcterms:created>
  <dcterms:modified xsi:type="dcterms:W3CDTF">2026-03-03T08:58:50Z</dcterms:modified>
</cp:coreProperties>
</file>